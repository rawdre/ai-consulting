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diagrams/colors1.xml" ContentType="application/vnd.openxmlformats-officedocument.drawingml.diagramColors+xml"/>
  <Override PartName="/ppt/diagrams/data1.xml" ContentType="application/vnd.openxmlformats-officedocument.drawingml.diagramData+xml"/>
  <Override PartName="/ppt/diagrams/drawing1.xml" ContentType="application/vnd.ms-office.drawingml.diagramDrawing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7"/>
  </p:notesMasterIdLst>
  <p:handoutMasterIdLst>
    <p:handoutMasterId r:id="rId28"/>
  </p:handoutMasterIdLst>
  <p:sldIdLst>
    <p:sldId id="259" r:id="rId2"/>
    <p:sldId id="302" r:id="rId3"/>
    <p:sldId id="260" r:id="rId4"/>
    <p:sldId id="264" r:id="rId5"/>
    <p:sldId id="303" r:id="rId33"/>
    <p:sldId id="262" r:id="rId6"/>
    <p:sldId id="261" r:id="rId7"/>
    <p:sldId id="304" r:id="rId34"/>
    <p:sldId id="263" r:id="rId8"/>
    <p:sldId id="284" r:id="rId9"/>
    <p:sldId id="305" r:id="rId35"/>
    <p:sldId id="285" r:id="rId10"/>
    <p:sldId id="286" r:id="rId11"/>
    <p:sldId id="306" r:id="rId36"/>
    <p:sldId id="287" r:id="rId12"/>
    <p:sldId id="291" r:id="rId13"/>
    <p:sldId id="307" r:id="rId37"/>
    <p:sldId id="289" r:id="rId14"/>
    <p:sldId id="288" r:id="rId15"/>
    <p:sldId id="308" r:id="rId38"/>
    <p:sldId id="292" r:id="rId16"/>
    <p:sldId id="290" r:id="rId17"/>
    <p:sldId id="309" r:id="rId39"/>
    <p:sldId id="293" r:id="rId18"/>
    <p:sldId id="294" r:id="rId19"/>
    <p:sldId id="310" r:id="rId40"/>
    <p:sldId id="299" r:id="rId20"/>
    <p:sldId id="300" r:id="rId21"/>
    <p:sldId id="311" r:id="rId41"/>
    <p:sldId id="297" r:id="rId22"/>
    <p:sldId id="298" r:id="rId23"/>
    <p:sldId id="312" r:id="rId42"/>
    <p:sldId id="295" r:id="rId24"/>
    <p:sldId id="296" r:id="rId25"/>
    <p:sldId id="313" r:id="rId43"/>
    <p:sldId id="301" r:id="rId26"/>
    <p:sldId id="314" r:id="rId44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80" autoAdjust="0"/>
    <p:restoredTop sz="94660"/>
  </p:normalViewPr>
  <p:slideViewPr>
    <p:cSldViewPr snapToGrid="0">
      <p:cViewPr varScale="1">
        <p:scale>
          <a:sx n="108" d="100"/>
          <a:sy n="108" d="100"/>
        </p:scale>
        <p:origin x="232" y="2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handoutMaster" Target="handoutMasters/handout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1C4AEA2-3A30-854C-A8AC-B4AB08C19381}" type="doc">
      <dgm:prSet loTypeId="urn:microsoft.com/office/officeart/2005/8/layout/pyramid3" loCatId="" qsTypeId="urn:microsoft.com/office/officeart/2005/8/quickstyle/simple4" qsCatId="simple" csTypeId="urn:microsoft.com/office/officeart/2005/8/colors/accent1_2" csCatId="accent1" phldr="1"/>
      <dgm:spPr/>
    </dgm:pt>
    <dgm:pt modelId="{9AC19723-3F49-694F-87F8-F851FCD21690}">
      <dgm:prSet phldrT="[Texto]"/>
      <dgm:spPr/>
      <dgm:t>
        <a:bodyPr/>
        <a:lstStyle/>
        <a:p>
          <a:r>
            <a:rPr lang="pt-BR" dirty="0">
              <a:solidFill>
                <a:srgbClr val="FF0000"/>
              </a:solidFill>
            </a:rPr>
            <a:t>IN </a:t>
          </a:r>
        </a:p>
      </dgm:t>
    </dgm:pt>
    <dgm:pt modelId="{1AAF6E20-08EC-C34A-9265-82B7A470C770}" type="parTrans" cxnId="{9B950415-0546-FD48-B4BB-BC8FD80443A0}">
      <dgm:prSet/>
      <dgm:spPr/>
      <dgm:t>
        <a:bodyPr/>
        <a:lstStyle/>
        <a:p>
          <a:endParaRPr lang="pt-BR"/>
        </a:p>
      </dgm:t>
    </dgm:pt>
    <dgm:pt modelId="{FB8C8E0D-ED09-6748-8939-E92EF3B2708C}" type="sibTrans" cxnId="{9B950415-0546-FD48-B4BB-BC8FD80443A0}">
      <dgm:prSet/>
      <dgm:spPr/>
      <dgm:t>
        <a:bodyPr/>
        <a:lstStyle/>
        <a:p>
          <a:endParaRPr lang="pt-BR"/>
        </a:p>
      </dgm:t>
    </dgm:pt>
    <dgm:pt modelId="{D49D9EBA-59FB-4F42-B514-26BBE4AD0167}">
      <dgm:prSet phldrT="[Texto]"/>
      <dgm:spPr/>
      <dgm:t>
        <a:bodyPr/>
        <a:lstStyle/>
        <a:p>
          <a:r>
            <a:rPr lang="pt-BR" dirty="0">
              <a:solidFill>
                <a:srgbClr val="FF0000"/>
              </a:solidFill>
            </a:rPr>
            <a:t>ON</a:t>
          </a:r>
        </a:p>
      </dgm:t>
    </dgm:pt>
    <dgm:pt modelId="{D96C8F7F-C2B1-7946-BD7D-7D3C16A4EAA3}" type="parTrans" cxnId="{9632C962-70E8-454F-814D-3B19506A089C}">
      <dgm:prSet/>
      <dgm:spPr/>
      <dgm:t>
        <a:bodyPr/>
        <a:lstStyle/>
        <a:p>
          <a:endParaRPr lang="pt-BR"/>
        </a:p>
      </dgm:t>
    </dgm:pt>
    <dgm:pt modelId="{D4917DC7-1A96-F849-B3D0-641EC99495F8}" type="sibTrans" cxnId="{9632C962-70E8-454F-814D-3B19506A089C}">
      <dgm:prSet/>
      <dgm:spPr/>
      <dgm:t>
        <a:bodyPr/>
        <a:lstStyle/>
        <a:p>
          <a:endParaRPr lang="pt-BR"/>
        </a:p>
      </dgm:t>
    </dgm:pt>
    <dgm:pt modelId="{2958C5FC-F67F-C748-B673-6193A520A9CA}">
      <dgm:prSet phldrT="[Texto]"/>
      <dgm:spPr/>
      <dgm:t>
        <a:bodyPr/>
        <a:lstStyle/>
        <a:p>
          <a:r>
            <a:rPr lang="pt-BR" dirty="0">
              <a:solidFill>
                <a:srgbClr val="FF0000"/>
              </a:solidFill>
            </a:rPr>
            <a:t>AT</a:t>
          </a:r>
        </a:p>
      </dgm:t>
    </dgm:pt>
    <dgm:pt modelId="{F463D7A8-A9E1-A341-B7FA-8CE526CA90A1}" type="parTrans" cxnId="{C5D04211-DEDB-C54C-A9C7-BC3095975176}">
      <dgm:prSet/>
      <dgm:spPr/>
      <dgm:t>
        <a:bodyPr/>
        <a:lstStyle/>
        <a:p>
          <a:endParaRPr lang="pt-BR"/>
        </a:p>
      </dgm:t>
    </dgm:pt>
    <dgm:pt modelId="{962C4B79-2968-9042-B15D-0713B858EE04}" type="sibTrans" cxnId="{C5D04211-DEDB-C54C-A9C7-BC3095975176}">
      <dgm:prSet/>
      <dgm:spPr/>
      <dgm:t>
        <a:bodyPr/>
        <a:lstStyle/>
        <a:p>
          <a:endParaRPr lang="pt-BR"/>
        </a:p>
      </dgm:t>
    </dgm:pt>
    <dgm:pt modelId="{6F5C1B5C-1BB3-514E-A6C5-FBC43DDEF70D}" type="pres">
      <dgm:prSet presAssocID="{E1C4AEA2-3A30-854C-A8AC-B4AB08C19381}" presName="Name0" presStyleCnt="0">
        <dgm:presLayoutVars>
          <dgm:dir/>
          <dgm:animLvl val="lvl"/>
          <dgm:resizeHandles val="exact"/>
        </dgm:presLayoutVars>
      </dgm:prSet>
      <dgm:spPr/>
    </dgm:pt>
    <dgm:pt modelId="{73A1AA78-80C0-EC4A-AC83-C4814F0547D5}" type="pres">
      <dgm:prSet presAssocID="{9AC19723-3F49-694F-87F8-F851FCD21690}" presName="Name8" presStyleCnt="0"/>
      <dgm:spPr/>
    </dgm:pt>
    <dgm:pt modelId="{5307E1CA-08B6-C847-B2D2-A60639641B28}" type="pres">
      <dgm:prSet presAssocID="{9AC19723-3F49-694F-87F8-F851FCD21690}" presName="level" presStyleLbl="node1" presStyleIdx="0" presStyleCnt="3">
        <dgm:presLayoutVars>
          <dgm:chMax val="1"/>
          <dgm:bulletEnabled val="1"/>
        </dgm:presLayoutVars>
      </dgm:prSet>
      <dgm:spPr/>
    </dgm:pt>
    <dgm:pt modelId="{6EE46217-EF9B-A640-93F8-ED0B7F72D3BD}" type="pres">
      <dgm:prSet presAssocID="{9AC19723-3F49-694F-87F8-F851FCD21690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0A312C6E-E718-5547-AF46-87CB6CFF3558}" type="pres">
      <dgm:prSet presAssocID="{D49D9EBA-59FB-4F42-B514-26BBE4AD0167}" presName="Name8" presStyleCnt="0"/>
      <dgm:spPr/>
    </dgm:pt>
    <dgm:pt modelId="{A4C2C1B0-A228-984C-B73A-D0C05340A031}" type="pres">
      <dgm:prSet presAssocID="{D49D9EBA-59FB-4F42-B514-26BBE4AD0167}" presName="level" presStyleLbl="node1" presStyleIdx="1" presStyleCnt="3">
        <dgm:presLayoutVars>
          <dgm:chMax val="1"/>
          <dgm:bulletEnabled val="1"/>
        </dgm:presLayoutVars>
      </dgm:prSet>
      <dgm:spPr/>
    </dgm:pt>
    <dgm:pt modelId="{1A2DAB64-F38F-1640-8448-3252B1665238}" type="pres">
      <dgm:prSet presAssocID="{D49D9EBA-59FB-4F42-B514-26BBE4AD0167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0D395AAA-A576-7C4C-A794-5B8DCD468A40}" type="pres">
      <dgm:prSet presAssocID="{2958C5FC-F67F-C748-B673-6193A520A9CA}" presName="Name8" presStyleCnt="0"/>
      <dgm:spPr/>
    </dgm:pt>
    <dgm:pt modelId="{89D9F80E-5FDB-954F-83AB-CC30DE5F92AF}" type="pres">
      <dgm:prSet presAssocID="{2958C5FC-F67F-C748-B673-6193A520A9CA}" presName="level" presStyleLbl="node1" presStyleIdx="2" presStyleCnt="3">
        <dgm:presLayoutVars>
          <dgm:chMax val="1"/>
          <dgm:bulletEnabled val="1"/>
        </dgm:presLayoutVars>
      </dgm:prSet>
      <dgm:spPr/>
    </dgm:pt>
    <dgm:pt modelId="{6B4D74C7-D59C-3A46-9A24-0A8A9F4630A6}" type="pres">
      <dgm:prSet presAssocID="{2958C5FC-F67F-C748-B673-6193A520A9CA}" presName="levelTx" presStyleLbl="revTx" presStyleIdx="0" presStyleCnt="0">
        <dgm:presLayoutVars>
          <dgm:chMax val="1"/>
          <dgm:bulletEnabled val="1"/>
        </dgm:presLayoutVars>
      </dgm:prSet>
      <dgm:spPr/>
    </dgm:pt>
  </dgm:ptLst>
  <dgm:cxnLst>
    <dgm:cxn modelId="{C5D04211-DEDB-C54C-A9C7-BC3095975176}" srcId="{E1C4AEA2-3A30-854C-A8AC-B4AB08C19381}" destId="{2958C5FC-F67F-C748-B673-6193A520A9CA}" srcOrd="2" destOrd="0" parTransId="{F463D7A8-A9E1-A341-B7FA-8CE526CA90A1}" sibTransId="{962C4B79-2968-9042-B15D-0713B858EE04}"/>
    <dgm:cxn modelId="{9B950415-0546-FD48-B4BB-BC8FD80443A0}" srcId="{E1C4AEA2-3A30-854C-A8AC-B4AB08C19381}" destId="{9AC19723-3F49-694F-87F8-F851FCD21690}" srcOrd="0" destOrd="0" parTransId="{1AAF6E20-08EC-C34A-9265-82B7A470C770}" sibTransId="{FB8C8E0D-ED09-6748-8939-E92EF3B2708C}"/>
    <dgm:cxn modelId="{2E57B456-78A1-A043-906A-E08D11AF3153}" type="presOf" srcId="{2958C5FC-F67F-C748-B673-6193A520A9CA}" destId="{6B4D74C7-D59C-3A46-9A24-0A8A9F4630A6}" srcOrd="1" destOrd="0" presId="urn:microsoft.com/office/officeart/2005/8/layout/pyramid3"/>
    <dgm:cxn modelId="{9632C962-70E8-454F-814D-3B19506A089C}" srcId="{E1C4AEA2-3A30-854C-A8AC-B4AB08C19381}" destId="{D49D9EBA-59FB-4F42-B514-26BBE4AD0167}" srcOrd="1" destOrd="0" parTransId="{D96C8F7F-C2B1-7946-BD7D-7D3C16A4EAA3}" sibTransId="{D4917DC7-1A96-F849-B3D0-641EC99495F8}"/>
    <dgm:cxn modelId="{796D198E-7142-9342-8E71-9E9C4E6BCDF7}" type="presOf" srcId="{9AC19723-3F49-694F-87F8-F851FCD21690}" destId="{5307E1CA-08B6-C847-B2D2-A60639641B28}" srcOrd="0" destOrd="0" presId="urn:microsoft.com/office/officeart/2005/8/layout/pyramid3"/>
    <dgm:cxn modelId="{7F6E5CA0-2C41-4D4F-9471-52C72AE4EFAC}" type="presOf" srcId="{9AC19723-3F49-694F-87F8-F851FCD21690}" destId="{6EE46217-EF9B-A640-93F8-ED0B7F72D3BD}" srcOrd="1" destOrd="0" presId="urn:microsoft.com/office/officeart/2005/8/layout/pyramid3"/>
    <dgm:cxn modelId="{219CA3B6-BB41-7B4A-8025-79253F192B32}" type="presOf" srcId="{2958C5FC-F67F-C748-B673-6193A520A9CA}" destId="{89D9F80E-5FDB-954F-83AB-CC30DE5F92AF}" srcOrd="0" destOrd="0" presId="urn:microsoft.com/office/officeart/2005/8/layout/pyramid3"/>
    <dgm:cxn modelId="{5412A9BC-7F8B-E146-9712-921998D89793}" type="presOf" srcId="{D49D9EBA-59FB-4F42-B514-26BBE4AD0167}" destId="{1A2DAB64-F38F-1640-8448-3252B1665238}" srcOrd="1" destOrd="0" presId="urn:microsoft.com/office/officeart/2005/8/layout/pyramid3"/>
    <dgm:cxn modelId="{97D9E9BE-261A-8E45-A958-B89B70F2C1C5}" type="presOf" srcId="{E1C4AEA2-3A30-854C-A8AC-B4AB08C19381}" destId="{6F5C1B5C-1BB3-514E-A6C5-FBC43DDEF70D}" srcOrd="0" destOrd="0" presId="urn:microsoft.com/office/officeart/2005/8/layout/pyramid3"/>
    <dgm:cxn modelId="{A4131DD0-B475-F74B-ACF7-92DCBB9F0F08}" type="presOf" srcId="{D49D9EBA-59FB-4F42-B514-26BBE4AD0167}" destId="{A4C2C1B0-A228-984C-B73A-D0C05340A031}" srcOrd="0" destOrd="0" presId="urn:microsoft.com/office/officeart/2005/8/layout/pyramid3"/>
    <dgm:cxn modelId="{4ADE9458-3342-CC47-ACF2-AE58E3F8668A}" type="presParOf" srcId="{6F5C1B5C-1BB3-514E-A6C5-FBC43DDEF70D}" destId="{73A1AA78-80C0-EC4A-AC83-C4814F0547D5}" srcOrd="0" destOrd="0" presId="urn:microsoft.com/office/officeart/2005/8/layout/pyramid3"/>
    <dgm:cxn modelId="{186308ED-2DBE-AE47-AF3E-5F5E0E1C1AEE}" type="presParOf" srcId="{73A1AA78-80C0-EC4A-AC83-C4814F0547D5}" destId="{5307E1CA-08B6-C847-B2D2-A60639641B28}" srcOrd="0" destOrd="0" presId="urn:microsoft.com/office/officeart/2005/8/layout/pyramid3"/>
    <dgm:cxn modelId="{8C8C9951-B7EB-8744-ABC0-7B41857D0928}" type="presParOf" srcId="{73A1AA78-80C0-EC4A-AC83-C4814F0547D5}" destId="{6EE46217-EF9B-A640-93F8-ED0B7F72D3BD}" srcOrd="1" destOrd="0" presId="urn:microsoft.com/office/officeart/2005/8/layout/pyramid3"/>
    <dgm:cxn modelId="{15A9D395-8DDB-0E4D-B256-3DB30196C31B}" type="presParOf" srcId="{6F5C1B5C-1BB3-514E-A6C5-FBC43DDEF70D}" destId="{0A312C6E-E718-5547-AF46-87CB6CFF3558}" srcOrd="1" destOrd="0" presId="urn:microsoft.com/office/officeart/2005/8/layout/pyramid3"/>
    <dgm:cxn modelId="{29215F29-4A42-1545-9274-6FAFD0083237}" type="presParOf" srcId="{0A312C6E-E718-5547-AF46-87CB6CFF3558}" destId="{A4C2C1B0-A228-984C-B73A-D0C05340A031}" srcOrd="0" destOrd="0" presId="urn:microsoft.com/office/officeart/2005/8/layout/pyramid3"/>
    <dgm:cxn modelId="{6A83A120-E16D-8B4D-808A-138169878A39}" type="presParOf" srcId="{0A312C6E-E718-5547-AF46-87CB6CFF3558}" destId="{1A2DAB64-F38F-1640-8448-3252B1665238}" srcOrd="1" destOrd="0" presId="urn:microsoft.com/office/officeart/2005/8/layout/pyramid3"/>
    <dgm:cxn modelId="{6B896FF7-E3CA-B744-9183-32370BA5D23C}" type="presParOf" srcId="{6F5C1B5C-1BB3-514E-A6C5-FBC43DDEF70D}" destId="{0D395AAA-A576-7C4C-A794-5B8DCD468A40}" srcOrd="2" destOrd="0" presId="urn:microsoft.com/office/officeart/2005/8/layout/pyramid3"/>
    <dgm:cxn modelId="{343F4035-0B6A-2245-8911-F425B34722E6}" type="presParOf" srcId="{0D395AAA-A576-7C4C-A794-5B8DCD468A40}" destId="{89D9F80E-5FDB-954F-83AB-CC30DE5F92AF}" srcOrd="0" destOrd="0" presId="urn:microsoft.com/office/officeart/2005/8/layout/pyramid3"/>
    <dgm:cxn modelId="{4206E852-E8B7-2243-8312-0E9A9890B2A1}" type="presParOf" srcId="{0D395AAA-A576-7C4C-A794-5B8DCD468A40}" destId="{6B4D74C7-D59C-3A46-9A24-0A8A9F4630A6}" srcOrd="1" destOrd="0" presId="urn:microsoft.com/office/officeart/2005/8/layout/pyramid3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307E1CA-08B6-C847-B2D2-A60639641B28}">
      <dsp:nvSpPr>
        <dsp:cNvPr id="0" name=""/>
        <dsp:cNvSpPr/>
      </dsp:nvSpPr>
      <dsp:spPr>
        <a:xfrm rot="10800000">
          <a:off x="0" y="0"/>
          <a:ext cx="8596312" cy="1494335"/>
        </a:xfrm>
        <a:prstGeom prst="trapezoid">
          <a:avLst>
            <a:gd name="adj" fmla="val 95877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6000"/>
                <a:lumMod val="100000"/>
              </a:schemeClr>
            </a:gs>
            <a:gs pos="78000">
              <a:schemeClr val="accent1">
                <a:hueOff val="0"/>
                <a:satOff val="0"/>
                <a:lumOff val="0"/>
                <a:alphaOff val="0"/>
                <a:shade val="94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6500" kern="1200" dirty="0">
              <a:solidFill>
                <a:srgbClr val="FF0000"/>
              </a:solidFill>
            </a:rPr>
            <a:t>IN </a:t>
          </a:r>
        </a:p>
      </dsp:txBody>
      <dsp:txXfrm rot="-10800000">
        <a:off x="1504354" y="0"/>
        <a:ext cx="5587602" cy="1494335"/>
      </dsp:txXfrm>
    </dsp:sp>
    <dsp:sp modelId="{A4C2C1B0-A228-984C-B73A-D0C05340A031}">
      <dsp:nvSpPr>
        <dsp:cNvPr id="0" name=""/>
        <dsp:cNvSpPr/>
      </dsp:nvSpPr>
      <dsp:spPr>
        <a:xfrm rot="10800000">
          <a:off x="1432718" y="1494335"/>
          <a:ext cx="5730874" cy="1494335"/>
        </a:xfrm>
        <a:prstGeom prst="trapezoid">
          <a:avLst>
            <a:gd name="adj" fmla="val 95877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6000"/>
                <a:lumMod val="100000"/>
              </a:schemeClr>
            </a:gs>
            <a:gs pos="78000">
              <a:schemeClr val="accent1">
                <a:hueOff val="0"/>
                <a:satOff val="0"/>
                <a:lumOff val="0"/>
                <a:alphaOff val="0"/>
                <a:shade val="94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6500" kern="1200" dirty="0">
              <a:solidFill>
                <a:srgbClr val="FF0000"/>
              </a:solidFill>
            </a:rPr>
            <a:t>ON</a:t>
          </a:r>
        </a:p>
      </dsp:txBody>
      <dsp:txXfrm rot="-10800000">
        <a:off x="2435621" y="1494335"/>
        <a:ext cx="3725068" cy="1494335"/>
      </dsp:txXfrm>
    </dsp:sp>
    <dsp:sp modelId="{89D9F80E-5FDB-954F-83AB-CC30DE5F92AF}">
      <dsp:nvSpPr>
        <dsp:cNvPr id="0" name=""/>
        <dsp:cNvSpPr/>
      </dsp:nvSpPr>
      <dsp:spPr>
        <a:xfrm rot="10800000">
          <a:off x="2865437" y="2988671"/>
          <a:ext cx="2865437" cy="1494335"/>
        </a:xfrm>
        <a:prstGeom prst="trapezoid">
          <a:avLst>
            <a:gd name="adj" fmla="val 95877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6000"/>
                <a:lumMod val="100000"/>
              </a:schemeClr>
            </a:gs>
            <a:gs pos="78000">
              <a:schemeClr val="accent1">
                <a:hueOff val="0"/>
                <a:satOff val="0"/>
                <a:lumOff val="0"/>
                <a:alphaOff val="0"/>
                <a:shade val="94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6500" kern="1200" dirty="0">
              <a:solidFill>
                <a:srgbClr val="FF0000"/>
              </a:solidFill>
            </a:rPr>
            <a:t>AT</a:t>
          </a:r>
        </a:p>
      </dsp:txBody>
      <dsp:txXfrm rot="-10800000">
        <a:off x="2865437" y="2988671"/>
        <a:ext cx="2865437" cy="149433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yramid3">
  <dgm:title val=""/>
  <dgm:desc val=""/>
  <dgm:catLst>
    <dgm:cat type="pyramid" pri="2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pyra">
          <dgm:param type="linDir" val="fromT"/>
          <dgm:param type="txDir" val="fromT"/>
          <dgm:param type="pyraAcctPos" val="aft"/>
          <dgm:param type="pyraAcctTxMar" val="step"/>
          <dgm:param type="pyraAcctBkgdNode" val="acctBkgd"/>
          <dgm:param type="pyraAcctTxNode" val="acctTx"/>
          <dgm:param type="pyraLvlNode" val="level"/>
        </dgm:alg>
      </dgm:if>
      <dgm:else name="Name3">
        <dgm:alg type="pyra">
          <dgm:param type="linDir" val="fromT"/>
          <dgm:param type="txDir" val="fromT"/>
          <dgm:param type="pyraAcctPos" val="bef"/>
          <dgm:param type="pyraAcctTxMar" val="step"/>
          <dgm:param type="pyraAcctBkgdNode" val="acctBkgd"/>
          <dgm:param type="pyraAcctTxNode" val="acctTx"/>
          <dgm:param type="pyraLvlNode" val="level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ptType="all node" func="maxDepth" op="gte" val="2">
        <dgm:constrLst>
          <dgm:constr type="primFontSz" for="des" forName="levelTx" op="equ"/>
          <dgm:constr type="secFontSz" for="des" forName="acctTx" op="equ"/>
          <dgm:constr type="pyraAcctRatio" val="0.32"/>
        </dgm:constrLst>
      </dgm:if>
      <dgm:else name="Name6">
        <dgm:constrLst>
          <dgm:constr type="primFontSz" for="des" forName="levelTx" op="equ"/>
          <dgm:constr type="secFontSz" for="des" forName="acctTx" op="equ"/>
          <dgm:constr type="pyraAcctRatio"/>
        </dgm:constrLst>
      </dgm:else>
    </dgm:choose>
    <dgm:ruleLst/>
    <dgm:forEach name="Name7" axis="ch" ptType="node">
      <dgm:layoutNode name="Name8">
        <dgm:alg type="composite">
          <dgm:param type="horzAlign" val="none"/>
        </dgm:alg>
        <dgm:shape xmlns:r="http://schemas.openxmlformats.org/officeDocument/2006/relationships" r:blip="">
          <dgm:adjLst/>
        </dgm:shape>
        <dgm:presOf/>
        <dgm:choose name="Name9">
          <dgm:if name="Name10" axis="self" ptType="node" func="revPos" op="equ" val="1">
            <dgm:constrLst>
              <dgm:constr type="ctrX" for="ch" forName="acctBkgd" val="1"/>
              <dgm:constr type="ctrY" for="ch" forName="acctBkgd" val="1"/>
              <dgm:constr type="w" for="ch" forName="acctBkgd" val="1"/>
              <dgm:constr type="h" for="ch" forName="acctBkgd" val="1"/>
              <dgm:constr type="ctrX" for="ch" forName="acctTx" val="1"/>
              <dgm:constr type="ctrY" for="ch" forName="acctTx" val="1"/>
              <dgm:constr type="w" for="ch" forName="acctTx" val="1"/>
              <dgm:constr type="h" for="ch" forName="acctTx" val="1"/>
              <dgm:constr type="ctrX" for="ch" forName="level" val="1"/>
              <dgm:constr type="ctrY" for="ch" forName="level" val="1"/>
              <dgm:constr type="w" for="ch" forName="level" val="1"/>
              <dgm:constr type="h" for="ch" forName="level" val="1"/>
              <dgm:constr type="ctrX" for="ch" forName="levelTx" refType="ctrX" refFor="ch" refForName="level"/>
              <dgm:constr type="ctrY" for="ch" forName="levelTx" refType="ctrY" refFor="ch" refForName="level"/>
              <dgm:constr type="w" for="ch" forName="levelTx" refType="w" refFor="ch" refForName="level"/>
              <dgm:constr type="h" for="ch" forName="levelTx" refType="h" refFor="ch" refForName="level"/>
            </dgm:constrLst>
          </dgm:if>
          <dgm:else name="Name11">
            <dgm:constrLst>
              <dgm:constr type="ctrX" for="ch" forName="acctBkgd" val="1"/>
              <dgm:constr type="ctrY" for="ch" forName="acctBkgd" val="1"/>
              <dgm:constr type="w" for="ch" forName="acctBkgd" val="1"/>
              <dgm:constr type="h" for="ch" forName="acctBkgd" val="1"/>
              <dgm:constr type="ctrX" for="ch" forName="acctTx" val="1"/>
              <dgm:constr type="ctrY" for="ch" forName="acctTx" val="1"/>
              <dgm:constr type="w" for="ch" forName="acctTx" val="1"/>
              <dgm:constr type="h" for="ch" forName="acctTx" val="1"/>
              <dgm:constr type="ctrX" for="ch" forName="level" val="1"/>
              <dgm:constr type="ctrY" for="ch" forName="level" val="1"/>
              <dgm:constr type="w" for="ch" forName="level" val="1"/>
              <dgm:constr type="h" for="ch" forName="level" val="1"/>
              <dgm:constr type="ctrX" for="ch" forName="levelTx" refType="ctrX" refFor="ch" refForName="level"/>
              <dgm:constr type="ctrY" for="ch" forName="levelTx" refType="ctrY" refFor="ch" refForName="level"/>
              <dgm:constr type="w" for="ch" forName="levelTx" refType="w" refFor="ch" refForName="level" fact="0.65"/>
              <dgm:constr type="h" for="ch" forName="levelTx" refType="h" refFor="ch" refForName="level"/>
            </dgm:constrLst>
          </dgm:else>
        </dgm:choose>
        <dgm:ruleLst/>
        <dgm:choose name="Name12">
          <dgm:if name="Name13" axis="ch" ptType="node" func="cnt" op="gte" val="1">
            <dgm:layoutNode name="acctBkgd" styleLbl="alignAcc1">
              <dgm:alg type="sp"/>
              <dgm:shape xmlns:r="http://schemas.openxmlformats.org/officeDocument/2006/relationships" type="nonIsoscelesTrapezoid" r:blip="">
                <dgm:adjLst/>
              </dgm:shape>
              <dgm:presOf axis="des" ptType="node"/>
              <dgm:constrLst/>
              <dgm:ruleLst/>
            </dgm:layoutNode>
            <dgm:layoutNode name="acctTx" styleLbl="alignAcc1">
              <dgm:varLst>
                <dgm:bulletEnabled val="1"/>
              </dgm:varLst>
              <dgm:alg type="tx">
                <dgm:param type="stBulletLvl" val="1"/>
                <dgm:param type="txAnchorVertCh" val="t"/>
              </dgm:alg>
              <dgm:shape xmlns:r="http://schemas.openxmlformats.org/officeDocument/2006/relationships" type="nonIsoscelesTrapezoid" r:blip="" hideGeom="1">
                <dgm:adjLst/>
              </dgm:shape>
              <dgm:presOf axis="des" ptType="node"/>
              <dgm:constrLst>
                <dgm:constr type="secFontSz" val="65"/>
                <dgm:constr type="primFontSz" refType="secFontSz"/>
                <dgm:constr type="tMarg" refType="secFontSz" fact="0.3"/>
                <dgm:constr type="bMarg" refType="secFontSz" fact="0.3"/>
                <dgm:constr type="lMarg" refType="secFontSz" fact="0.3"/>
                <dgm:constr type="rMarg" refType="secFontSz" fact="0.3"/>
              </dgm:constrLst>
              <dgm:ruleLst>
                <dgm:rule type="secFontSz" val="5" fact="NaN" max="NaN"/>
              </dgm:ruleLst>
            </dgm:layoutNode>
          </dgm:if>
          <dgm:else name="Name14"/>
        </dgm:choose>
        <dgm:layoutNode name="level">
          <dgm:varLst>
            <dgm:chMax val="1"/>
            <dgm:bulletEnabled val="1"/>
          </dgm:varLst>
          <dgm:alg type="sp"/>
          <dgm:shape xmlns:r="http://schemas.openxmlformats.org/officeDocument/2006/relationships" type="trapezoid" r:blip="">
            <dgm:adjLst/>
          </dgm:shape>
          <dgm:presOf axis="self"/>
          <dgm:constrLst>
            <dgm:constr type="h" val="500"/>
            <dgm:constr type="w" val="1"/>
          </dgm:constrLst>
          <dgm:ruleLst/>
        </dgm:layoutNode>
        <dgm:layoutNode name="levelTx" styleLbl="revTx">
          <dgm:varLst>
            <dgm:chMax val="1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1CD71C-4A3F-2947-B4A9-CA08D25B15AF}" type="datetimeFigureOut">
              <a:rPr lang="pt-BR" smtClean="0"/>
              <a:t>28/06/2021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FDBDE3A-2BC9-DD4B-8E45-7601E0F8ACE2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60073429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B582807-D50B-1546-932A-B5F524F4F495}" type="datetimeFigureOut">
              <a:rPr lang="pt-BR" smtClean="0"/>
              <a:t>28/06/2021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0986F06-CEE5-FB43-AE26-851DD5AE474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66354341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0986F06-CEE5-FB43-AE26-851DD5AE4744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6286426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0986F06-CEE5-FB43-AE26-851DD5AE4744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3659878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85000"/>
                  <a:lumOff val="1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  <a:lumOff val="1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smtClean="0"/>
              <a:t>6/28/21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586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6/28/21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3701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smtClean="0"/>
              <a:t>6/28/21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19362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smtClean="0"/>
              <a:t>6/28/21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10940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smtClean="0"/>
              <a:t>6/28/21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95433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6/28/21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04233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6/28/21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46849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6/28/21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32554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BR"/>
              <a:t>Clique no ícone para adicionar uma imagem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6/28/21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91333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e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6/28/21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7657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çã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6/28/21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19376041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ão de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6/28/21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174972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r o Cartão de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smtClean="0"/>
              <a:t>6/28/21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320557284"/>
      </p:ext>
    </p:extLst>
  </p:cSld>
  <p:clrMapOvr>
    <a:masterClrMapping/>
  </p:clrMapOvr>
  <p:hf sldNum="0"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rdadeiro ou Fals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smtClean="0"/>
              <a:t>6/28/21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2258255"/>
      </p:ext>
    </p:extLst>
  </p:cSld>
  <p:clrMapOvr>
    <a:masterClrMapping/>
  </p:clrMapOvr>
  <p:hf sldNum="0"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6/28/21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923421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6/28/21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244126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85000"/>
                  <a:lumOff val="1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  <a:lumOff val="1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AAD347D-5ACD-4C99-B74B-A9C85AD731AF}" type="datetimeFigureOut">
              <a:rPr lang="en-US" smtClean="0"/>
              <a:t>6/28/21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D57F1E4F-1CFF-5643-939E-02111984F5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503965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diagramData" Target="../diagrams/data1.xml"/><Relationship Id="rId4" Type="http://schemas.openxmlformats.org/officeDocument/2006/relationships/diagramLayout" Target="../diagrams/layout1.xml"/><Relationship Id="rId5" Type="http://schemas.openxmlformats.org/officeDocument/2006/relationships/diagramQuickStyle" Target="../diagrams/quickStyle1.xml"/><Relationship Id="rId6" Type="http://schemas.openxmlformats.org/officeDocument/2006/relationships/diagramColors" Target="../diagrams/colors1.xml"/><Relationship Id="rId7" Type="http://schemas.microsoft.com/office/2007/relationships/diagramDrawing" Target="../diagrams/drawing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3416513" y="1779589"/>
            <a:ext cx="3605327" cy="760411"/>
          </a:xfrm>
        </p:spPr>
        <p:txBody>
          <a:bodyPr>
            <a:noAutofit/>
          </a:bodyPr>
          <a:lstStyle/>
          <a:p>
            <a:r>
              <a:rPr lang="pt-BR" sz="5400">
                <a:solidFill>
                  <a:schemeClr val="bg1"/>
                </a:solidFill>
              </a:rPr>
              <a:t>Book </a:t>
            </a:r>
            <a:r>
              <a:rPr lang="pt-BR" sz="5400" dirty="0" err="1">
                <a:solidFill>
                  <a:schemeClr val="bg1"/>
                </a:solidFill>
              </a:rPr>
              <a:t>Two</a:t>
            </a:r>
            <a:endParaRPr lang="pt-BR" sz="5400" dirty="0">
              <a:solidFill>
                <a:schemeClr val="bg1"/>
              </a:solidFill>
            </a:endParaRP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920843" y="2642568"/>
            <a:ext cx="8596668" cy="1808437"/>
          </a:xfrm>
        </p:spPr>
        <p:txBody>
          <a:bodyPr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5400" dirty="0">
                <a:solidFill>
                  <a:schemeClr val="bg1"/>
                </a:solidFill>
              </a:rPr>
              <a:t>Fale inglês rápido e com confiança!</a:t>
            </a:r>
          </a:p>
        </p:txBody>
      </p:sp>
      <p:sp>
        <p:nvSpPr>
          <p:cNvPr id="7" name="CaixaDeTexto 6"/>
          <p:cNvSpPr txBox="1"/>
          <p:nvPr/>
        </p:nvSpPr>
        <p:spPr>
          <a:xfrm>
            <a:off x="469900" y="6488668"/>
            <a:ext cx="295818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sz="2000" dirty="0" err="1">
                <a:solidFill>
                  <a:schemeClr val="bg1"/>
                </a:solidFill>
              </a:rPr>
              <a:t>www.rawenglish.com.br</a:t>
            </a:r>
            <a:endParaRPr lang="pt-BR" sz="2000" dirty="0">
              <a:solidFill>
                <a:schemeClr val="bg1"/>
              </a:solidFill>
            </a:endParaRPr>
          </a:p>
        </p:txBody>
      </p:sp>
      <p:pic>
        <p:nvPicPr>
          <p:cNvPr id="6" name="Imagem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5467" y="14288"/>
            <a:ext cx="4475009" cy="31307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25704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0" y="181350"/>
            <a:ext cx="2729027" cy="646111"/>
          </a:xfrm>
        </p:spPr>
        <p:txBody>
          <a:bodyPr/>
          <a:lstStyle/>
          <a:p>
            <a:r>
              <a:rPr lang="pt-BR" b="1" dirty="0">
                <a:solidFill>
                  <a:srgbClr val="002060"/>
                </a:solidFill>
              </a:rPr>
              <a:t>BOOK TWO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306273" y="2401268"/>
            <a:ext cx="8596668" cy="3974132"/>
          </a:xfrm>
        </p:spPr>
        <p:txBody>
          <a:bodyPr>
            <a:noAutofit/>
          </a:bodyPr>
          <a:lstStyle/>
          <a:p>
            <a:r>
              <a:rPr lang="pt-BR" sz="2400" dirty="0">
                <a:solidFill>
                  <a:srgbClr val="FF0000"/>
                </a:solidFill>
              </a:rPr>
              <a:t>HOW TO SPEAK ENGLISH FAST...</a:t>
            </a:r>
          </a:p>
          <a:p>
            <a:r>
              <a:rPr lang="pt-BR" sz="2400" dirty="0">
                <a:solidFill>
                  <a:schemeClr val="bg1"/>
                </a:solidFill>
              </a:rPr>
              <a:t>Fale inglês rápido e com confiança, na </a:t>
            </a:r>
            <a:r>
              <a:rPr lang="pt-BR" sz="2400" dirty="0" err="1">
                <a:solidFill>
                  <a:schemeClr val="bg1"/>
                </a:solidFill>
              </a:rPr>
              <a:t>Raw</a:t>
            </a:r>
            <a:r>
              <a:rPr lang="pt-BR" sz="2400" dirty="0">
                <a:solidFill>
                  <a:schemeClr val="bg1"/>
                </a:solidFill>
              </a:rPr>
              <a:t> </a:t>
            </a:r>
            <a:r>
              <a:rPr lang="pt-BR" sz="2400" dirty="0" err="1">
                <a:solidFill>
                  <a:schemeClr val="bg1"/>
                </a:solidFill>
              </a:rPr>
              <a:t>English</a:t>
            </a:r>
            <a:r>
              <a:rPr lang="pt-BR" sz="2400" dirty="0">
                <a:solidFill>
                  <a:schemeClr val="bg1"/>
                </a:solidFill>
              </a:rPr>
              <a:t> </a:t>
            </a:r>
            <a:r>
              <a:rPr lang="pt-BR" sz="2400" dirty="0" err="1">
                <a:solidFill>
                  <a:schemeClr val="bg1"/>
                </a:solidFill>
              </a:rPr>
              <a:t>consultant</a:t>
            </a:r>
            <a:r>
              <a:rPr lang="pt-BR" sz="2400" dirty="0">
                <a:solidFill>
                  <a:schemeClr val="bg1"/>
                </a:solidFill>
              </a:rPr>
              <a:t> você aprende inglês da forma correta e com 100% de comunicação oral...</a:t>
            </a:r>
          </a:p>
          <a:p>
            <a:pPr marL="0" indent="0">
              <a:buNone/>
            </a:pPr>
            <a:endParaRPr lang="pt-BR" sz="2400" dirty="0"/>
          </a:p>
          <a:p>
            <a:r>
              <a:rPr lang="pt-BR" sz="2400" dirty="0">
                <a:solidFill>
                  <a:srgbClr val="FF0000"/>
                </a:solidFill>
              </a:rPr>
              <a:t>TO EDUCATE PEOPLE IN THE ENGLISH LANGUAGE IN A FAST AND PROPER WAY...</a:t>
            </a:r>
          </a:p>
          <a:p>
            <a:r>
              <a:rPr lang="pt-BR" sz="2400" dirty="0">
                <a:solidFill>
                  <a:schemeClr val="bg1"/>
                </a:solidFill>
              </a:rPr>
              <a:t>Educar pessoas sobre a língua Inglesa rapidamente e na maneira correta...</a:t>
            </a:r>
          </a:p>
          <a:p>
            <a:pPr marL="0" indent="0">
              <a:buNone/>
            </a:pPr>
            <a:r>
              <a:rPr lang="pt-BR" sz="2400" dirty="0"/>
              <a:t>     </a:t>
            </a:r>
          </a:p>
        </p:txBody>
      </p:sp>
      <p:pic>
        <p:nvPicPr>
          <p:cNvPr id="5" name="Imagem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5442" y="181350"/>
            <a:ext cx="4475009" cy="31307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97438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8541" y="401739"/>
            <a:ext cx="4308748" cy="2511648"/>
          </a:xfrm>
          <a:prstGeom prst="rect">
            <a:avLst/>
          </a:prstGeom>
        </p:spPr>
      </p:pic>
      <p:sp>
        <p:nvSpPr>
          <p:cNvPr id="5" name="Título 1"/>
          <p:cNvSpPr txBox="1">
            <a:spLocks/>
          </p:cNvSpPr>
          <p:nvPr/>
        </p:nvSpPr>
        <p:spPr>
          <a:xfrm>
            <a:off x="240012" y="401739"/>
            <a:ext cx="3192301" cy="84323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pt-BR" dirty="0">
                <a:solidFill>
                  <a:srgbClr val="002060"/>
                </a:solidFill>
              </a:rPr>
              <a:t>LESSON ONE </a:t>
            </a:r>
          </a:p>
        </p:txBody>
      </p:sp>
      <p:sp>
        <p:nvSpPr>
          <p:cNvPr id="6" name="Título 1"/>
          <p:cNvSpPr>
            <a:spLocks noGrp="1"/>
          </p:cNvSpPr>
          <p:nvPr>
            <p:ph type="title"/>
          </p:nvPr>
        </p:nvSpPr>
        <p:spPr>
          <a:xfrm>
            <a:off x="240012" y="1244976"/>
            <a:ext cx="1423688" cy="748924"/>
          </a:xfrm>
        </p:spPr>
        <p:txBody>
          <a:bodyPr/>
          <a:lstStyle/>
          <a:p>
            <a:r>
              <a:rPr lang="pt-BR" dirty="0" err="1">
                <a:solidFill>
                  <a:srgbClr val="7030A0"/>
                </a:solidFill>
              </a:rPr>
              <a:t>Verbs</a:t>
            </a:r>
            <a:endParaRPr lang="pt-BR" dirty="0">
              <a:solidFill>
                <a:srgbClr val="7030A0"/>
              </a:solidFill>
            </a:endParaRPr>
          </a:p>
        </p:txBody>
      </p:sp>
      <p:sp>
        <p:nvSpPr>
          <p:cNvPr id="8" name="Espaço Reservado para Conteúdo 7"/>
          <p:cNvSpPr>
            <a:spLocks noGrp="1"/>
          </p:cNvSpPr>
          <p:nvPr>
            <p:ph idx="1"/>
          </p:nvPr>
        </p:nvSpPr>
        <p:spPr>
          <a:xfrm>
            <a:off x="240012" y="2439283"/>
            <a:ext cx="8596668" cy="1245220"/>
          </a:xfrm>
        </p:spPr>
        <p:txBody>
          <a:bodyPr>
            <a:normAutofit fontScale="92500" lnSpcReduction="20000"/>
          </a:bodyPr>
          <a:lstStyle/>
          <a:p>
            <a:pPr algn="just"/>
            <a:r>
              <a:rPr lang="en-US" sz="3200" dirty="0">
                <a:solidFill>
                  <a:schemeClr val="bg1"/>
                </a:solidFill>
              </a:rPr>
              <a:t>To</a:t>
            </a:r>
            <a:r>
              <a:rPr lang="pt-BR" sz="3200" dirty="0">
                <a:solidFill>
                  <a:schemeClr val="bg1"/>
                </a:solidFill>
              </a:rPr>
              <a:t> </a:t>
            </a:r>
            <a:r>
              <a:rPr lang="pt-BR" sz="3200" dirty="0" err="1">
                <a:solidFill>
                  <a:schemeClr val="bg1"/>
                </a:solidFill>
              </a:rPr>
              <a:t>need</a:t>
            </a:r>
            <a:r>
              <a:rPr lang="pt-BR" sz="3200" dirty="0">
                <a:solidFill>
                  <a:schemeClr val="bg1"/>
                </a:solidFill>
              </a:rPr>
              <a:t> – </a:t>
            </a:r>
            <a:r>
              <a:rPr lang="en-US" sz="3200" dirty="0">
                <a:solidFill>
                  <a:schemeClr val="bg1"/>
                </a:solidFill>
              </a:rPr>
              <a:t>Needed</a:t>
            </a:r>
            <a:r>
              <a:rPr lang="pt-BR" sz="3200" dirty="0">
                <a:solidFill>
                  <a:schemeClr val="bg1"/>
                </a:solidFill>
              </a:rPr>
              <a:t>/ </a:t>
            </a:r>
            <a:r>
              <a:rPr lang="pt-BR" sz="3200" dirty="0" err="1">
                <a:solidFill>
                  <a:schemeClr val="bg1"/>
                </a:solidFill>
              </a:rPr>
              <a:t>To</a:t>
            </a:r>
            <a:r>
              <a:rPr lang="pt-BR" sz="3200" dirty="0">
                <a:solidFill>
                  <a:schemeClr val="bg1"/>
                </a:solidFill>
              </a:rPr>
              <a:t> </a:t>
            </a:r>
            <a:r>
              <a:rPr lang="pt-BR" sz="3200" dirty="0" err="1">
                <a:solidFill>
                  <a:schemeClr val="bg1"/>
                </a:solidFill>
              </a:rPr>
              <a:t>travel</a:t>
            </a:r>
            <a:r>
              <a:rPr lang="pt-BR" sz="3200" dirty="0">
                <a:solidFill>
                  <a:schemeClr val="bg1"/>
                </a:solidFill>
              </a:rPr>
              <a:t> – </a:t>
            </a:r>
            <a:r>
              <a:rPr lang="pt-BR" sz="3200" dirty="0" err="1">
                <a:solidFill>
                  <a:schemeClr val="bg1"/>
                </a:solidFill>
              </a:rPr>
              <a:t>traveled</a:t>
            </a:r>
            <a:r>
              <a:rPr lang="pt-BR" sz="3200" dirty="0">
                <a:solidFill>
                  <a:schemeClr val="bg1"/>
                </a:solidFill>
              </a:rPr>
              <a:t> / – </a:t>
            </a:r>
            <a:r>
              <a:rPr lang="pt-BR" sz="3200" dirty="0" err="1">
                <a:solidFill>
                  <a:schemeClr val="bg1"/>
                </a:solidFill>
              </a:rPr>
              <a:t>To</a:t>
            </a:r>
            <a:r>
              <a:rPr lang="pt-BR" sz="3200" dirty="0">
                <a:solidFill>
                  <a:schemeClr val="bg1"/>
                </a:solidFill>
              </a:rPr>
              <a:t> </a:t>
            </a:r>
            <a:r>
              <a:rPr lang="pt-BR" sz="3200" dirty="0" err="1">
                <a:solidFill>
                  <a:schemeClr val="bg1"/>
                </a:solidFill>
              </a:rPr>
              <a:t>Buy</a:t>
            </a:r>
            <a:r>
              <a:rPr lang="pt-BR" sz="3200" dirty="0">
                <a:solidFill>
                  <a:schemeClr val="bg1"/>
                </a:solidFill>
              </a:rPr>
              <a:t> – </a:t>
            </a:r>
            <a:r>
              <a:rPr lang="pt-BR" sz="3200" dirty="0" err="1">
                <a:solidFill>
                  <a:schemeClr val="bg1"/>
                </a:solidFill>
              </a:rPr>
              <a:t>bought</a:t>
            </a:r>
            <a:r>
              <a:rPr lang="pt-BR" sz="3200" dirty="0">
                <a:solidFill>
                  <a:schemeClr val="bg1"/>
                </a:solidFill>
              </a:rPr>
              <a:t> / </a:t>
            </a:r>
            <a:r>
              <a:rPr lang="pt-BR" sz="3200" dirty="0" err="1">
                <a:solidFill>
                  <a:schemeClr val="bg1"/>
                </a:solidFill>
              </a:rPr>
              <a:t>To</a:t>
            </a:r>
            <a:r>
              <a:rPr lang="pt-BR" sz="3200" dirty="0">
                <a:solidFill>
                  <a:schemeClr val="bg1"/>
                </a:solidFill>
              </a:rPr>
              <a:t> </a:t>
            </a:r>
            <a:r>
              <a:rPr lang="pt-BR" sz="3200" dirty="0" err="1">
                <a:solidFill>
                  <a:schemeClr val="bg1"/>
                </a:solidFill>
              </a:rPr>
              <a:t>sell</a:t>
            </a:r>
            <a:r>
              <a:rPr lang="pt-BR" sz="3200" dirty="0">
                <a:solidFill>
                  <a:schemeClr val="bg1"/>
                </a:solidFill>
              </a:rPr>
              <a:t> – </a:t>
            </a:r>
            <a:r>
              <a:rPr lang="pt-BR" sz="3200" dirty="0" err="1">
                <a:solidFill>
                  <a:schemeClr val="bg1"/>
                </a:solidFill>
              </a:rPr>
              <a:t>sold</a:t>
            </a:r>
            <a:r>
              <a:rPr lang="pt-BR" sz="3200" dirty="0">
                <a:solidFill>
                  <a:schemeClr val="bg1"/>
                </a:solidFill>
              </a:rPr>
              <a:t>  -</a:t>
            </a:r>
            <a:r>
              <a:rPr lang="pt-BR" sz="3200" dirty="0" err="1">
                <a:solidFill>
                  <a:schemeClr val="bg1"/>
                </a:solidFill>
              </a:rPr>
              <a:t>To</a:t>
            </a:r>
            <a:r>
              <a:rPr lang="pt-BR" sz="3200" dirty="0">
                <a:solidFill>
                  <a:schemeClr val="bg1"/>
                </a:solidFill>
              </a:rPr>
              <a:t> </a:t>
            </a:r>
            <a:r>
              <a:rPr lang="pt-BR" sz="3200" dirty="0" err="1">
                <a:solidFill>
                  <a:schemeClr val="bg1"/>
                </a:solidFill>
              </a:rPr>
              <a:t>be</a:t>
            </a:r>
            <a:r>
              <a:rPr lang="pt-BR" sz="3200" dirty="0">
                <a:solidFill>
                  <a:schemeClr val="bg1"/>
                </a:solidFill>
              </a:rPr>
              <a:t> – </a:t>
            </a:r>
            <a:r>
              <a:rPr lang="pt-BR" sz="3200" dirty="0" err="1">
                <a:solidFill>
                  <a:schemeClr val="bg1"/>
                </a:solidFill>
              </a:rPr>
              <a:t>Was</a:t>
            </a:r>
            <a:r>
              <a:rPr lang="pt-BR" sz="3200" dirty="0">
                <a:solidFill>
                  <a:schemeClr val="bg1"/>
                </a:solidFill>
              </a:rPr>
              <a:t>/</a:t>
            </a:r>
            <a:r>
              <a:rPr lang="pt-BR" sz="3200" dirty="0" err="1">
                <a:solidFill>
                  <a:schemeClr val="bg1"/>
                </a:solidFill>
              </a:rPr>
              <a:t>Were</a:t>
            </a:r>
            <a:endParaRPr lang="pt-BR" sz="3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324415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8541" y="401739"/>
            <a:ext cx="4308748" cy="2511648"/>
          </a:xfrm>
          <a:prstGeom prst="rect">
            <a:avLst/>
          </a:prstGeom>
        </p:spPr>
      </p:pic>
      <p:sp>
        <p:nvSpPr>
          <p:cNvPr id="5" name="Título 1"/>
          <p:cNvSpPr txBox="1">
            <a:spLocks/>
          </p:cNvSpPr>
          <p:nvPr/>
        </p:nvSpPr>
        <p:spPr>
          <a:xfrm>
            <a:off x="240012" y="401739"/>
            <a:ext cx="3192301" cy="84323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pt-BR">
                <a:solidFill>
                  <a:srgbClr val="002060"/>
                </a:solidFill>
              </a:rPr>
              <a:t>LESSON ONE </a:t>
            </a:r>
          </a:p>
        </p:txBody>
      </p:sp>
      <p:sp>
        <p:nvSpPr>
          <p:cNvPr id="10" name="Título 1"/>
          <p:cNvSpPr>
            <a:spLocks noGrp="1"/>
          </p:cNvSpPr>
          <p:nvPr>
            <p:ph type="title"/>
          </p:nvPr>
        </p:nvSpPr>
        <p:spPr>
          <a:xfrm>
            <a:off x="240012" y="1441982"/>
            <a:ext cx="2773753" cy="843237"/>
          </a:xfrm>
        </p:spPr>
        <p:txBody>
          <a:bodyPr>
            <a:normAutofit/>
          </a:bodyPr>
          <a:lstStyle/>
          <a:p>
            <a:r>
              <a:rPr lang="pt-BR" sz="3200">
                <a:solidFill>
                  <a:srgbClr val="7030A0"/>
                </a:solidFill>
              </a:rPr>
              <a:t>VOCABULARY</a:t>
            </a:r>
          </a:p>
        </p:txBody>
      </p:sp>
      <p:sp>
        <p:nvSpPr>
          <p:cNvPr id="11" name="Título 1"/>
          <p:cNvSpPr txBox="1">
            <a:spLocks/>
          </p:cNvSpPr>
          <p:nvPr/>
        </p:nvSpPr>
        <p:spPr>
          <a:xfrm>
            <a:off x="240012" y="4384792"/>
            <a:ext cx="8596668" cy="84323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pt-BR" sz="3200">
                <a:solidFill>
                  <a:srgbClr val="7030A0"/>
                </a:solidFill>
              </a:rPr>
              <a:t>EXPRESS YOURSELF</a:t>
            </a:r>
          </a:p>
        </p:txBody>
      </p:sp>
      <p:sp>
        <p:nvSpPr>
          <p:cNvPr id="6" name="Espaço Reservado para Conteúdo 2"/>
          <p:cNvSpPr>
            <a:spLocks noGrp="1"/>
          </p:cNvSpPr>
          <p:nvPr>
            <p:ph idx="1"/>
          </p:nvPr>
        </p:nvSpPr>
        <p:spPr>
          <a:xfrm>
            <a:off x="240012" y="2180190"/>
            <a:ext cx="8596668" cy="1466394"/>
          </a:xfrm>
        </p:spPr>
        <p:txBody>
          <a:bodyPr>
            <a:noAutofit/>
          </a:bodyPr>
          <a:lstStyle/>
          <a:p>
            <a:pPr algn="just"/>
            <a:r>
              <a:rPr lang="pt-BR" sz="2400" dirty="0" err="1">
                <a:solidFill>
                  <a:schemeClr val="bg1"/>
                </a:solidFill>
              </a:rPr>
              <a:t>Coat</a:t>
            </a:r>
            <a:r>
              <a:rPr lang="pt-BR" sz="2400" dirty="0">
                <a:solidFill>
                  <a:schemeClr val="bg1"/>
                </a:solidFill>
              </a:rPr>
              <a:t>; </a:t>
            </a:r>
            <a:r>
              <a:rPr lang="pt-BR" sz="2400" dirty="0" err="1">
                <a:solidFill>
                  <a:schemeClr val="bg1"/>
                </a:solidFill>
              </a:rPr>
              <a:t>shirt</a:t>
            </a:r>
            <a:r>
              <a:rPr lang="pt-BR" sz="2400" dirty="0">
                <a:solidFill>
                  <a:schemeClr val="bg1"/>
                </a:solidFill>
              </a:rPr>
              <a:t>; </a:t>
            </a:r>
            <a:r>
              <a:rPr lang="pt-BR" sz="2400" dirty="0" err="1">
                <a:solidFill>
                  <a:schemeClr val="bg1"/>
                </a:solidFill>
              </a:rPr>
              <a:t>neighbor</a:t>
            </a:r>
            <a:r>
              <a:rPr lang="pt-BR" sz="2400" dirty="0">
                <a:solidFill>
                  <a:schemeClr val="bg1"/>
                </a:solidFill>
              </a:rPr>
              <a:t>; </a:t>
            </a:r>
            <a:r>
              <a:rPr lang="pt-BR" sz="2400" dirty="0" err="1">
                <a:solidFill>
                  <a:schemeClr val="bg1"/>
                </a:solidFill>
              </a:rPr>
              <a:t>kitchen</a:t>
            </a:r>
            <a:r>
              <a:rPr lang="pt-BR" sz="2400" dirty="0">
                <a:solidFill>
                  <a:schemeClr val="bg1"/>
                </a:solidFill>
              </a:rPr>
              <a:t>; </a:t>
            </a:r>
            <a:r>
              <a:rPr lang="pt-BR" sz="2400" dirty="0" err="1">
                <a:solidFill>
                  <a:schemeClr val="bg1"/>
                </a:solidFill>
              </a:rPr>
              <a:t>furniture</a:t>
            </a:r>
            <a:r>
              <a:rPr lang="pt-BR" sz="2400" dirty="0">
                <a:solidFill>
                  <a:schemeClr val="bg1"/>
                </a:solidFill>
              </a:rPr>
              <a:t>; box; </a:t>
            </a:r>
            <a:r>
              <a:rPr lang="pt-BR" sz="2400" dirty="0" err="1">
                <a:solidFill>
                  <a:schemeClr val="bg1"/>
                </a:solidFill>
              </a:rPr>
              <a:t>peach</a:t>
            </a:r>
            <a:r>
              <a:rPr lang="pt-BR" sz="2400" dirty="0">
                <a:solidFill>
                  <a:schemeClr val="bg1"/>
                </a:solidFill>
              </a:rPr>
              <a:t>; </a:t>
            </a:r>
            <a:r>
              <a:rPr lang="pt-BR" sz="2400" dirty="0" err="1">
                <a:solidFill>
                  <a:schemeClr val="bg1"/>
                </a:solidFill>
              </a:rPr>
              <a:t>turkey</a:t>
            </a:r>
            <a:r>
              <a:rPr lang="pt-BR" sz="2400" dirty="0">
                <a:solidFill>
                  <a:schemeClr val="bg1"/>
                </a:solidFill>
              </a:rPr>
              <a:t>; </a:t>
            </a:r>
            <a:r>
              <a:rPr lang="pt-BR" sz="2400" dirty="0" err="1">
                <a:solidFill>
                  <a:schemeClr val="bg1"/>
                </a:solidFill>
              </a:rPr>
              <a:t>tall</a:t>
            </a:r>
            <a:r>
              <a:rPr lang="pt-BR" sz="2400" dirty="0">
                <a:solidFill>
                  <a:schemeClr val="bg1"/>
                </a:solidFill>
              </a:rPr>
              <a:t>; short; </a:t>
            </a:r>
            <a:r>
              <a:rPr lang="pt-BR" sz="2400" dirty="0" err="1">
                <a:solidFill>
                  <a:schemeClr val="bg1"/>
                </a:solidFill>
              </a:rPr>
              <a:t>tired</a:t>
            </a:r>
            <a:r>
              <a:rPr lang="pt-BR" sz="2400" dirty="0">
                <a:solidFill>
                  <a:schemeClr val="bg1"/>
                </a:solidFill>
              </a:rPr>
              <a:t>; </a:t>
            </a:r>
            <a:r>
              <a:rPr lang="pt-BR" sz="2400" dirty="0" err="1">
                <a:solidFill>
                  <a:schemeClr val="bg1"/>
                </a:solidFill>
              </a:rPr>
              <a:t>married</a:t>
            </a:r>
            <a:r>
              <a:rPr lang="pt-BR" sz="2400" dirty="0">
                <a:solidFill>
                  <a:schemeClr val="bg1"/>
                </a:solidFill>
              </a:rPr>
              <a:t>, single; </a:t>
            </a:r>
            <a:r>
              <a:rPr lang="pt-BR" sz="2400" dirty="0" err="1">
                <a:solidFill>
                  <a:schemeClr val="bg1"/>
                </a:solidFill>
              </a:rPr>
              <a:t>Brazilian</a:t>
            </a:r>
            <a:r>
              <a:rPr lang="pt-BR" sz="2400" dirty="0">
                <a:solidFill>
                  <a:schemeClr val="bg1"/>
                </a:solidFill>
              </a:rPr>
              <a:t>; American; </a:t>
            </a:r>
            <a:r>
              <a:rPr lang="pt-BR" sz="2400" dirty="0" err="1">
                <a:solidFill>
                  <a:schemeClr val="bg1"/>
                </a:solidFill>
              </a:rPr>
              <a:t>happy</a:t>
            </a:r>
            <a:r>
              <a:rPr lang="pt-BR" sz="2400" dirty="0">
                <a:solidFill>
                  <a:schemeClr val="bg1"/>
                </a:solidFill>
              </a:rPr>
              <a:t>; </a:t>
            </a:r>
            <a:r>
              <a:rPr lang="pt-BR" sz="2400" dirty="0" err="1">
                <a:solidFill>
                  <a:schemeClr val="bg1"/>
                </a:solidFill>
              </a:rPr>
              <a:t>sad</a:t>
            </a:r>
            <a:r>
              <a:rPr lang="pt-BR" sz="2400" dirty="0">
                <a:solidFill>
                  <a:schemeClr val="bg1"/>
                </a:solidFill>
              </a:rPr>
              <a:t>; </a:t>
            </a:r>
            <a:r>
              <a:rPr lang="pt-BR" sz="2400" dirty="0" err="1">
                <a:solidFill>
                  <a:schemeClr val="bg1"/>
                </a:solidFill>
              </a:rPr>
              <a:t>slow</a:t>
            </a:r>
            <a:r>
              <a:rPr lang="pt-BR" sz="2400" dirty="0">
                <a:solidFill>
                  <a:schemeClr val="bg1"/>
                </a:solidFill>
              </a:rPr>
              <a:t>; </a:t>
            </a:r>
            <a:r>
              <a:rPr lang="pt-BR" sz="2400" dirty="0" err="1">
                <a:solidFill>
                  <a:schemeClr val="bg1"/>
                </a:solidFill>
              </a:rPr>
              <a:t>fast</a:t>
            </a:r>
            <a:r>
              <a:rPr lang="pt-BR" sz="2400" dirty="0">
                <a:solidFill>
                  <a:schemeClr val="bg1"/>
                </a:solidFill>
              </a:rPr>
              <a:t>; </a:t>
            </a:r>
            <a:r>
              <a:rPr lang="pt-BR" sz="2400" dirty="0" err="1">
                <a:solidFill>
                  <a:schemeClr val="bg1"/>
                </a:solidFill>
              </a:rPr>
              <a:t>old</a:t>
            </a:r>
            <a:r>
              <a:rPr lang="pt-BR" sz="2400" dirty="0">
                <a:solidFill>
                  <a:schemeClr val="bg1"/>
                </a:solidFill>
              </a:rPr>
              <a:t>; Young; </a:t>
            </a:r>
            <a:r>
              <a:rPr lang="pt-BR" sz="2400" dirty="0" err="1">
                <a:solidFill>
                  <a:schemeClr val="bg1"/>
                </a:solidFill>
              </a:rPr>
              <a:t>information</a:t>
            </a:r>
            <a:r>
              <a:rPr lang="pt-BR" sz="2400" dirty="0">
                <a:solidFill>
                  <a:schemeClr val="bg1"/>
                </a:solidFill>
              </a:rPr>
              <a:t>; </a:t>
            </a:r>
            <a:r>
              <a:rPr lang="pt-BR" sz="2400" dirty="0" err="1">
                <a:solidFill>
                  <a:schemeClr val="bg1"/>
                </a:solidFill>
              </a:rPr>
              <a:t>end</a:t>
            </a:r>
            <a:r>
              <a:rPr lang="pt-BR" sz="2400" dirty="0">
                <a:solidFill>
                  <a:schemeClr val="bg1"/>
                </a:solidFill>
              </a:rPr>
              <a:t>; </a:t>
            </a:r>
            <a:r>
              <a:rPr lang="pt-BR" sz="2400" dirty="0" err="1">
                <a:solidFill>
                  <a:schemeClr val="bg1"/>
                </a:solidFill>
              </a:rPr>
              <a:t>price</a:t>
            </a:r>
            <a:r>
              <a:rPr lang="pt-BR" sz="2400" dirty="0">
                <a:solidFill>
                  <a:schemeClr val="bg1"/>
                </a:solidFill>
              </a:rPr>
              <a:t>; </a:t>
            </a:r>
            <a:r>
              <a:rPr lang="pt-BR" sz="2400" dirty="0" err="1">
                <a:solidFill>
                  <a:schemeClr val="bg1"/>
                </a:solidFill>
              </a:rPr>
              <a:t>accident</a:t>
            </a:r>
            <a:r>
              <a:rPr lang="pt-BR" sz="2400" dirty="0">
                <a:solidFill>
                  <a:schemeClr val="bg1"/>
                </a:solidFill>
              </a:rPr>
              <a:t>; </a:t>
            </a:r>
            <a:r>
              <a:rPr lang="pt-BR" sz="2400" dirty="0" err="1">
                <a:solidFill>
                  <a:schemeClr val="bg1"/>
                </a:solidFill>
              </a:rPr>
              <a:t>his</a:t>
            </a:r>
            <a:r>
              <a:rPr lang="pt-BR" sz="2400" dirty="0">
                <a:solidFill>
                  <a:schemeClr val="bg1"/>
                </a:solidFill>
              </a:rPr>
              <a:t>; </a:t>
            </a:r>
            <a:r>
              <a:rPr lang="pt-BR" sz="2400" dirty="0" err="1">
                <a:solidFill>
                  <a:schemeClr val="bg1"/>
                </a:solidFill>
              </a:rPr>
              <a:t>her</a:t>
            </a:r>
            <a:r>
              <a:rPr lang="pt-BR" sz="2400" dirty="0">
                <a:solidFill>
                  <a:schemeClr val="bg1"/>
                </a:solidFill>
              </a:rPr>
              <a:t>; its; </a:t>
            </a:r>
            <a:r>
              <a:rPr lang="pt-BR" sz="2400" dirty="0" err="1">
                <a:solidFill>
                  <a:schemeClr val="bg1"/>
                </a:solidFill>
              </a:rPr>
              <a:t>our</a:t>
            </a:r>
            <a:r>
              <a:rPr lang="pt-BR" sz="2400" dirty="0">
                <a:solidFill>
                  <a:schemeClr val="bg1"/>
                </a:solidFill>
              </a:rPr>
              <a:t>; </a:t>
            </a:r>
            <a:r>
              <a:rPr lang="pt-BR" sz="2400" dirty="0" err="1">
                <a:solidFill>
                  <a:schemeClr val="bg1"/>
                </a:solidFill>
              </a:rPr>
              <a:t>your</a:t>
            </a:r>
            <a:r>
              <a:rPr lang="pt-BR" sz="2400" dirty="0">
                <a:solidFill>
                  <a:schemeClr val="bg1"/>
                </a:solidFill>
              </a:rPr>
              <a:t>; </a:t>
            </a:r>
            <a:r>
              <a:rPr lang="pt-BR" sz="2400" dirty="0" err="1">
                <a:solidFill>
                  <a:schemeClr val="bg1"/>
                </a:solidFill>
              </a:rPr>
              <a:t>their</a:t>
            </a:r>
            <a:r>
              <a:rPr lang="pt-BR" sz="2400" dirty="0">
                <a:solidFill>
                  <a:schemeClr val="bg1"/>
                </a:solidFill>
              </a:rPr>
              <a:t>.</a:t>
            </a:r>
            <a:r>
              <a:rPr lang="pt-BR" sz="2400" dirty="0"/>
              <a:t>.</a:t>
            </a:r>
          </a:p>
        </p:txBody>
      </p:sp>
      <p:sp>
        <p:nvSpPr>
          <p:cNvPr id="7" name="Espaço Reservado para Conteúdo 2"/>
          <p:cNvSpPr txBox="1">
            <a:spLocks/>
          </p:cNvSpPr>
          <p:nvPr/>
        </p:nvSpPr>
        <p:spPr>
          <a:xfrm>
            <a:off x="438795" y="5228029"/>
            <a:ext cx="8596668" cy="104507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2400" b="1" dirty="0" err="1">
                <a:solidFill>
                  <a:schemeClr val="bg1"/>
                </a:solidFill>
              </a:rPr>
              <a:t>This</a:t>
            </a:r>
            <a:r>
              <a:rPr lang="pt-BR" sz="2400" b="1" dirty="0">
                <a:solidFill>
                  <a:schemeClr val="bg1"/>
                </a:solidFill>
              </a:rPr>
              <a:t> time; </a:t>
            </a:r>
            <a:r>
              <a:rPr lang="pt-BR" sz="2400" b="1" dirty="0" err="1">
                <a:solidFill>
                  <a:schemeClr val="bg1"/>
                </a:solidFill>
              </a:rPr>
              <a:t>first</a:t>
            </a:r>
            <a:r>
              <a:rPr lang="pt-BR" sz="2400" b="1" dirty="0">
                <a:solidFill>
                  <a:schemeClr val="bg1"/>
                </a:solidFill>
              </a:rPr>
              <a:t> time; </a:t>
            </a:r>
            <a:r>
              <a:rPr lang="pt-BR" sz="2400" b="1" dirty="0" err="1">
                <a:solidFill>
                  <a:schemeClr val="bg1"/>
                </a:solidFill>
              </a:rPr>
              <a:t>congratulations</a:t>
            </a:r>
            <a:r>
              <a:rPr lang="pt-BR" sz="2400" b="1" dirty="0"/>
              <a:t>.  </a:t>
            </a:r>
          </a:p>
        </p:txBody>
      </p:sp>
    </p:spTree>
    <p:extLst>
      <p:ext uri="{BB962C8B-B14F-4D97-AF65-F5344CB8AC3E}">
        <p14:creationId xmlns:p14="http://schemas.microsoft.com/office/powerpoint/2010/main" val="31306833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8541" y="401739"/>
            <a:ext cx="4308748" cy="2511648"/>
          </a:xfrm>
          <a:prstGeom prst="rect">
            <a:avLst/>
          </a:prstGeom>
        </p:spPr>
      </p:pic>
      <p:sp>
        <p:nvSpPr>
          <p:cNvPr id="5" name="Título 1"/>
          <p:cNvSpPr txBox="1">
            <a:spLocks/>
          </p:cNvSpPr>
          <p:nvPr/>
        </p:nvSpPr>
        <p:spPr>
          <a:xfrm>
            <a:off x="240012" y="401739"/>
            <a:ext cx="3192301" cy="84323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pt-BR">
                <a:solidFill>
                  <a:srgbClr val="002060"/>
                </a:solidFill>
              </a:rPr>
              <a:t>LESSON TWO </a:t>
            </a:r>
          </a:p>
        </p:txBody>
      </p:sp>
      <p:sp>
        <p:nvSpPr>
          <p:cNvPr id="6" name="Título 1"/>
          <p:cNvSpPr>
            <a:spLocks noGrp="1"/>
          </p:cNvSpPr>
          <p:nvPr>
            <p:ph type="title"/>
          </p:nvPr>
        </p:nvSpPr>
        <p:spPr>
          <a:xfrm>
            <a:off x="240012" y="1244976"/>
            <a:ext cx="2383918" cy="973680"/>
          </a:xfrm>
        </p:spPr>
        <p:txBody>
          <a:bodyPr/>
          <a:lstStyle/>
          <a:p>
            <a:r>
              <a:rPr lang="pt-BR">
                <a:solidFill>
                  <a:srgbClr val="7030A0"/>
                </a:solidFill>
              </a:rPr>
              <a:t>Verbs</a:t>
            </a:r>
          </a:p>
        </p:txBody>
      </p:sp>
      <p:sp>
        <p:nvSpPr>
          <p:cNvPr id="9" name="Espaço Reservado para Conteúdo 7"/>
          <p:cNvSpPr>
            <a:spLocks noGrp="1"/>
          </p:cNvSpPr>
          <p:nvPr>
            <p:ph idx="1"/>
          </p:nvPr>
        </p:nvSpPr>
        <p:spPr>
          <a:xfrm>
            <a:off x="436034" y="2439283"/>
            <a:ext cx="8596668" cy="1245220"/>
          </a:xfrm>
        </p:spPr>
        <p:txBody>
          <a:bodyPr/>
          <a:lstStyle/>
          <a:p>
            <a:pPr algn="just"/>
            <a:r>
              <a:rPr lang="pt-BR" sz="3200" dirty="0" err="1">
                <a:solidFill>
                  <a:schemeClr val="bg1"/>
                </a:solidFill>
              </a:rPr>
              <a:t>To</a:t>
            </a:r>
            <a:r>
              <a:rPr lang="pt-BR" sz="3200" dirty="0">
                <a:solidFill>
                  <a:schemeClr val="bg1"/>
                </a:solidFill>
              </a:rPr>
              <a:t> </a:t>
            </a:r>
            <a:r>
              <a:rPr lang="pt-BR" sz="3200" dirty="0" err="1">
                <a:solidFill>
                  <a:schemeClr val="bg1"/>
                </a:solidFill>
              </a:rPr>
              <a:t>like</a:t>
            </a:r>
            <a:r>
              <a:rPr lang="pt-BR" sz="3200" dirty="0">
                <a:solidFill>
                  <a:schemeClr val="bg1"/>
                </a:solidFill>
              </a:rPr>
              <a:t> –</a:t>
            </a:r>
            <a:r>
              <a:rPr lang="pt-BR" sz="3200" dirty="0" err="1">
                <a:solidFill>
                  <a:schemeClr val="bg1"/>
                </a:solidFill>
              </a:rPr>
              <a:t>liked</a:t>
            </a:r>
            <a:r>
              <a:rPr lang="pt-BR" sz="3200" dirty="0">
                <a:solidFill>
                  <a:schemeClr val="bg1"/>
                </a:solidFill>
              </a:rPr>
              <a:t>/ </a:t>
            </a:r>
            <a:r>
              <a:rPr lang="pt-BR" sz="3200" dirty="0" err="1">
                <a:solidFill>
                  <a:schemeClr val="bg1"/>
                </a:solidFill>
              </a:rPr>
              <a:t>To</a:t>
            </a:r>
            <a:r>
              <a:rPr lang="pt-BR" sz="3200" dirty="0">
                <a:solidFill>
                  <a:schemeClr val="bg1"/>
                </a:solidFill>
              </a:rPr>
              <a:t> </a:t>
            </a:r>
            <a:r>
              <a:rPr lang="pt-BR" sz="3200" dirty="0" err="1">
                <a:solidFill>
                  <a:schemeClr val="bg1"/>
                </a:solidFill>
              </a:rPr>
              <a:t>sleep</a:t>
            </a:r>
            <a:r>
              <a:rPr lang="pt-BR" sz="3200" dirty="0">
                <a:solidFill>
                  <a:schemeClr val="bg1"/>
                </a:solidFill>
              </a:rPr>
              <a:t>–</a:t>
            </a:r>
            <a:r>
              <a:rPr lang="pt-BR" sz="3200" dirty="0" err="1">
                <a:solidFill>
                  <a:schemeClr val="bg1"/>
                </a:solidFill>
              </a:rPr>
              <a:t>slept</a:t>
            </a:r>
            <a:r>
              <a:rPr lang="pt-BR" sz="3200" dirty="0">
                <a:solidFill>
                  <a:schemeClr val="bg1"/>
                </a:solidFill>
              </a:rPr>
              <a:t>– </a:t>
            </a:r>
            <a:r>
              <a:rPr lang="pt-BR" sz="3200" dirty="0" err="1">
                <a:solidFill>
                  <a:schemeClr val="bg1"/>
                </a:solidFill>
              </a:rPr>
              <a:t>To</a:t>
            </a:r>
            <a:r>
              <a:rPr lang="pt-BR" sz="3200" dirty="0">
                <a:solidFill>
                  <a:schemeClr val="bg1"/>
                </a:solidFill>
              </a:rPr>
              <a:t> start -</a:t>
            </a:r>
            <a:r>
              <a:rPr lang="pt-BR" sz="3200" dirty="0" err="1">
                <a:solidFill>
                  <a:schemeClr val="bg1"/>
                </a:solidFill>
              </a:rPr>
              <a:t>started</a:t>
            </a:r>
            <a:r>
              <a:rPr lang="pt-BR" sz="3200" dirty="0">
                <a:solidFill>
                  <a:schemeClr val="bg1"/>
                </a:solidFill>
              </a:rPr>
              <a:t> / </a:t>
            </a:r>
            <a:r>
              <a:rPr lang="pt-BR" sz="3200" dirty="0" err="1">
                <a:solidFill>
                  <a:schemeClr val="bg1"/>
                </a:solidFill>
              </a:rPr>
              <a:t>To</a:t>
            </a:r>
            <a:r>
              <a:rPr lang="pt-BR" sz="3200" dirty="0">
                <a:solidFill>
                  <a:schemeClr val="bg1"/>
                </a:solidFill>
              </a:rPr>
              <a:t> </a:t>
            </a:r>
            <a:r>
              <a:rPr lang="pt-BR" sz="3200" dirty="0" err="1">
                <a:solidFill>
                  <a:schemeClr val="bg1"/>
                </a:solidFill>
              </a:rPr>
              <a:t>finish</a:t>
            </a:r>
            <a:r>
              <a:rPr lang="pt-BR" sz="3200" dirty="0">
                <a:solidFill>
                  <a:schemeClr val="bg1"/>
                </a:solidFill>
              </a:rPr>
              <a:t> –</a:t>
            </a:r>
            <a:r>
              <a:rPr lang="pt-BR" sz="3200" dirty="0" err="1">
                <a:solidFill>
                  <a:schemeClr val="bg1"/>
                </a:solidFill>
              </a:rPr>
              <a:t>to</a:t>
            </a:r>
            <a:r>
              <a:rPr lang="pt-BR" sz="3200" dirty="0">
                <a:solidFill>
                  <a:schemeClr val="bg1"/>
                </a:solidFill>
              </a:rPr>
              <a:t> </a:t>
            </a:r>
            <a:r>
              <a:rPr lang="pt-BR" sz="3200" dirty="0" err="1">
                <a:solidFill>
                  <a:schemeClr val="bg1"/>
                </a:solidFill>
              </a:rPr>
              <a:t>finished</a:t>
            </a:r>
            <a:endParaRPr lang="pt-BR" sz="3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3154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8541" y="401739"/>
            <a:ext cx="4308748" cy="2511648"/>
          </a:xfrm>
          <a:prstGeom prst="rect">
            <a:avLst/>
          </a:prstGeom>
        </p:spPr>
      </p:pic>
      <p:sp>
        <p:nvSpPr>
          <p:cNvPr id="5" name="Título 1"/>
          <p:cNvSpPr txBox="1">
            <a:spLocks/>
          </p:cNvSpPr>
          <p:nvPr/>
        </p:nvSpPr>
        <p:spPr>
          <a:xfrm>
            <a:off x="240012" y="401739"/>
            <a:ext cx="3192301" cy="84323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pt-BR">
                <a:solidFill>
                  <a:srgbClr val="002060"/>
                </a:solidFill>
              </a:rPr>
              <a:t>LESSON TWO </a:t>
            </a:r>
          </a:p>
        </p:txBody>
      </p:sp>
      <p:sp>
        <p:nvSpPr>
          <p:cNvPr id="10" name="Título 1"/>
          <p:cNvSpPr>
            <a:spLocks noGrp="1"/>
          </p:cNvSpPr>
          <p:nvPr>
            <p:ph type="title"/>
          </p:nvPr>
        </p:nvSpPr>
        <p:spPr>
          <a:xfrm>
            <a:off x="147247" y="1486397"/>
            <a:ext cx="8596668" cy="843237"/>
          </a:xfrm>
        </p:spPr>
        <p:txBody>
          <a:bodyPr>
            <a:normAutofit/>
          </a:bodyPr>
          <a:lstStyle/>
          <a:p>
            <a:r>
              <a:rPr lang="pt-BR" sz="3200">
                <a:solidFill>
                  <a:srgbClr val="7030A0"/>
                </a:solidFill>
              </a:rPr>
              <a:t>VOCABULARY</a:t>
            </a:r>
          </a:p>
        </p:txBody>
      </p:sp>
      <p:sp>
        <p:nvSpPr>
          <p:cNvPr id="11" name="Título 1"/>
          <p:cNvSpPr txBox="1">
            <a:spLocks/>
          </p:cNvSpPr>
          <p:nvPr/>
        </p:nvSpPr>
        <p:spPr>
          <a:xfrm>
            <a:off x="240012" y="4384792"/>
            <a:ext cx="8596668" cy="84323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pt-BR" sz="3200">
                <a:solidFill>
                  <a:srgbClr val="7030A0"/>
                </a:solidFill>
              </a:rPr>
              <a:t>EXPRESS YOURSELF</a:t>
            </a:r>
          </a:p>
        </p:txBody>
      </p:sp>
      <p:sp>
        <p:nvSpPr>
          <p:cNvPr id="6" name="Espaço Reservado para Conteúdo 2"/>
          <p:cNvSpPr>
            <a:spLocks noGrp="1"/>
          </p:cNvSpPr>
          <p:nvPr>
            <p:ph idx="1"/>
          </p:nvPr>
        </p:nvSpPr>
        <p:spPr>
          <a:xfrm>
            <a:off x="240012" y="2472067"/>
            <a:ext cx="8596668" cy="1466394"/>
          </a:xfrm>
        </p:spPr>
        <p:txBody>
          <a:bodyPr>
            <a:noAutofit/>
          </a:bodyPr>
          <a:lstStyle/>
          <a:p>
            <a:pPr algn="just"/>
            <a:r>
              <a:rPr lang="pt-BR" sz="2400" dirty="0" err="1">
                <a:solidFill>
                  <a:schemeClr val="bg1"/>
                </a:solidFill>
              </a:rPr>
              <a:t>Healthy</a:t>
            </a:r>
            <a:r>
              <a:rPr lang="pt-BR" sz="2400" dirty="0">
                <a:solidFill>
                  <a:schemeClr val="bg1"/>
                </a:solidFill>
              </a:rPr>
              <a:t>; </a:t>
            </a:r>
            <a:r>
              <a:rPr lang="pt-BR" sz="2400" dirty="0" err="1">
                <a:solidFill>
                  <a:schemeClr val="bg1"/>
                </a:solidFill>
              </a:rPr>
              <a:t>sick</a:t>
            </a:r>
            <a:r>
              <a:rPr lang="pt-BR" sz="2400" dirty="0">
                <a:solidFill>
                  <a:schemeClr val="bg1"/>
                </a:solidFill>
              </a:rPr>
              <a:t>; </a:t>
            </a:r>
            <a:r>
              <a:rPr lang="pt-BR" sz="2400" dirty="0" err="1">
                <a:solidFill>
                  <a:schemeClr val="bg1"/>
                </a:solidFill>
              </a:rPr>
              <a:t>fever</a:t>
            </a:r>
            <a:r>
              <a:rPr lang="pt-BR" sz="2400" dirty="0">
                <a:solidFill>
                  <a:schemeClr val="bg1"/>
                </a:solidFill>
              </a:rPr>
              <a:t>; </a:t>
            </a:r>
            <a:r>
              <a:rPr lang="pt-BR" sz="2400" dirty="0" err="1">
                <a:solidFill>
                  <a:schemeClr val="bg1"/>
                </a:solidFill>
              </a:rPr>
              <a:t>exercise</a:t>
            </a:r>
            <a:r>
              <a:rPr lang="pt-BR" sz="2400" dirty="0">
                <a:solidFill>
                  <a:schemeClr val="bg1"/>
                </a:solidFill>
              </a:rPr>
              <a:t>; </a:t>
            </a:r>
            <a:r>
              <a:rPr lang="pt-BR" sz="2400" dirty="0" err="1">
                <a:solidFill>
                  <a:schemeClr val="bg1"/>
                </a:solidFill>
              </a:rPr>
              <a:t>very</a:t>
            </a:r>
            <a:r>
              <a:rPr lang="pt-BR" sz="2400" dirty="0">
                <a:solidFill>
                  <a:schemeClr val="bg1"/>
                </a:solidFill>
              </a:rPr>
              <a:t> </a:t>
            </a:r>
            <a:r>
              <a:rPr lang="pt-BR" sz="2400" dirty="0" err="1">
                <a:solidFill>
                  <a:schemeClr val="bg1"/>
                </a:solidFill>
              </a:rPr>
              <a:t>well</a:t>
            </a:r>
            <a:r>
              <a:rPr lang="pt-BR" sz="2400" dirty="0">
                <a:solidFill>
                  <a:schemeClr val="bg1"/>
                </a:solidFill>
              </a:rPr>
              <a:t>; </a:t>
            </a:r>
            <a:r>
              <a:rPr lang="pt-BR" sz="2400" dirty="0" err="1">
                <a:solidFill>
                  <a:schemeClr val="bg1"/>
                </a:solidFill>
              </a:rPr>
              <a:t>rich</a:t>
            </a:r>
            <a:r>
              <a:rPr lang="pt-BR" sz="2400" dirty="0">
                <a:solidFill>
                  <a:schemeClr val="bg1"/>
                </a:solidFill>
              </a:rPr>
              <a:t>; </a:t>
            </a:r>
            <a:r>
              <a:rPr lang="pt-BR" sz="2400" dirty="0" err="1">
                <a:solidFill>
                  <a:schemeClr val="bg1"/>
                </a:solidFill>
              </a:rPr>
              <a:t>poor</a:t>
            </a:r>
            <a:r>
              <a:rPr lang="pt-BR" sz="2400" dirty="0">
                <a:solidFill>
                  <a:schemeClr val="bg1"/>
                </a:solidFill>
              </a:rPr>
              <a:t>; </a:t>
            </a:r>
            <a:r>
              <a:rPr lang="pt-BR" sz="2400" dirty="0" err="1">
                <a:solidFill>
                  <a:schemeClr val="bg1"/>
                </a:solidFill>
              </a:rPr>
              <a:t>difficult</a:t>
            </a:r>
            <a:r>
              <a:rPr lang="pt-BR" sz="2400" dirty="0">
                <a:solidFill>
                  <a:schemeClr val="bg1"/>
                </a:solidFill>
              </a:rPr>
              <a:t>; </a:t>
            </a:r>
            <a:r>
              <a:rPr lang="pt-BR" sz="2400" dirty="0" err="1">
                <a:solidFill>
                  <a:schemeClr val="bg1"/>
                </a:solidFill>
              </a:rPr>
              <a:t>easy</a:t>
            </a:r>
            <a:r>
              <a:rPr lang="pt-BR" sz="2400" dirty="0">
                <a:solidFill>
                  <a:schemeClr val="bg1"/>
                </a:solidFill>
              </a:rPr>
              <a:t>; </a:t>
            </a:r>
            <a:r>
              <a:rPr lang="pt-BR" sz="2400" dirty="0" err="1">
                <a:solidFill>
                  <a:schemeClr val="bg1"/>
                </a:solidFill>
              </a:rPr>
              <a:t>already</a:t>
            </a:r>
            <a:r>
              <a:rPr lang="pt-BR" sz="2400" dirty="0">
                <a:solidFill>
                  <a:schemeClr val="bg1"/>
                </a:solidFill>
              </a:rPr>
              <a:t>; </a:t>
            </a:r>
            <a:r>
              <a:rPr lang="pt-BR" sz="2400" dirty="0" err="1">
                <a:solidFill>
                  <a:schemeClr val="bg1"/>
                </a:solidFill>
              </a:rPr>
              <a:t>smart</a:t>
            </a:r>
            <a:r>
              <a:rPr lang="pt-BR" sz="2400" dirty="0">
                <a:solidFill>
                  <a:schemeClr val="bg1"/>
                </a:solidFill>
              </a:rPr>
              <a:t>; </a:t>
            </a:r>
            <a:r>
              <a:rPr lang="pt-BR" sz="2400" dirty="0" err="1">
                <a:solidFill>
                  <a:schemeClr val="bg1"/>
                </a:solidFill>
              </a:rPr>
              <a:t>stranger</a:t>
            </a:r>
            <a:r>
              <a:rPr lang="pt-BR" sz="2400" dirty="0">
                <a:solidFill>
                  <a:schemeClr val="bg1"/>
                </a:solidFill>
              </a:rPr>
              <a:t>, </a:t>
            </a:r>
            <a:r>
              <a:rPr lang="pt-BR" sz="2400" dirty="0" err="1">
                <a:solidFill>
                  <a:schemeClr val="bg1"/>
                </a:solidFill>
              </a:rPr>
              <a:t>pretty</a:t>
            </a:r>
            <a:r>
              <a:rPr lang="pt-BR" sz="2400" dirty="0">
                <a:solidFill>
                  <a:schemeClr val="bg1"/>
                </a:solidFill>
              </a:rPr>
              <a:t>; </a:t>
            </a:r>
            <a:r>
              <a:rPr lang="pt-BR" sz="2400" dirty="0" err="1">
                <a:solidFill>
                  <a:schemeClr val="bg1"/>
                </a:solidFill>
              </a:rPr>
              <a:t>handsome</a:t>
            </a:r>
            <a:r>
              <a:rPr lang="pt-BR" sz="2400" dirty="0">
                <a:solidFill>
                  <a:schemeClr val="bg1"/>
                </a:solidFill>
              </a:rPr>
              <a:t>; </a:t>
            </a:r>
            <a:r>
              <a:rPr lang="pt-BR" sz="2400" dirty="0" err="1">
                <a:solidFill>
                  <a:schemeClr val="bg1"/>
                </a:solidFill>
              </a:rPr>
              <a:t>ugly</a:t>
            </a:r>
            <a:r>
              <a:rPr lang="pt-BR" sz="2400" dirty="0">
                <a:solidFill>
                  <a:schemeClr val="bg1"/>
                </a:solidFill>
              </a:rPr>
              <a:t>; </a:t>
            </a:r>
            <a:r>
              <a:rPr lang="pt-BR" sz="2400" dirty="0" err="1">
                <a:solidFill>
                  <a:schemeClr val="bg1"/>
                </a:solidFill>
              </a:rPr>
              <a:t>all</a:t>
            </a:r>
            <a:r>
              <a:rPr lang="pt-BR" sz="2400" dirty="0">
                <a:solidFill>
                  <a:schemeClr val="bg1"/>
                </a:solidFill>
              </a:rPr>
              <a:t>; </a:t>
            </a:r>
            <a:r>
              <a:rPr lang="pt-BR" sz="2400" dirty="0" err="1">
                <a:solidFill>
                  <a:schemeClr val="bg1"/>
                </a:solidFill>
              </a:rPr>
              <a:t>businessman</a:t>
            </a:r>
            <a:r>
              <a:rPr lang="pt-BR" sz="2400" dirty="0">
                <a:solidFill>
                  <a:schemeClr val="bg1"/>
                </a:solidFill>
              </a:rPr>
              <a:t>; </a:t>
            </a:r>
            <a:r>
              <a:rPr lang="pt-BR" sz="2400" dirty="0" err="1">
                <a:solidFill>
                  <a:schemeClr val="bg1"/>
                </a:solidFill>
              </a:rPr>
              <a:t>businesswoman</a:t>
            </a:r>
            <a:r>
              <a:rPr lang="pt-BR" sz="2400" dirty="0">
                <a:solidFill>
                  <a:schemeClr val="bg1"/>
                </a:solidFill>
              </a:rPr>
              <a:t>.</a:t>
            </a:r>
            <a:r>
              <a:rPr lang="pt-BR" sz="2400" dirty="0"/>
              <a:t>.</a:t>
            </a:r>
          </a:p>
        </p:txBody>
      </p:sp>
      <p:sp>
        <p:nvSpPr>
          <p:cNvPr id="7" name="Espaço Reservado para Conteúdo 2"/>
          <p:cNvSpPr txBox="1">
            <a:spLocks/>
          </p:cNvSpPr>
          <p:nvPr/>
        </p:nvSpPr>
        <p:spPr>
          <a:xfrm>
            <a:off x="349895" y="5236358"/>
            <a:ext cx="8596668" cy="104507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2400" b="1" dirty="0" err="1">
                <a:solidFill>
                  <a:schemeClr val="bg1"/>
                </a:solidFill>
              </a:rPr>
              <a:t>Really</a:t>
            </a:r>
            <a:r>
              <a:rPr lang="pt-BR" sz="2400" b="1" dirty="0">
                <a:solidFill>
                  <a:schemeClr val="bg1"/>
                </a:solidFill>
              </a:rPr>
              <a:t>; </a:t>
            </a:r>
            <a:r>
              <a:rPr lang="pt-BR" sz="2400" b="1" dirty="0" err="1">
                <a:solidFill>
                  <a:schemeClr val="bg1"/>
                </a:solidFill>
              </a:rPr>
              <a:t>because</a:t>
            </a:r>
            <a:r>
              <a:rPr lang="pt-BR" sz="2400" b="1" dirty="0">
                <a:solidFill>
                  <a:schemeClr val="bg1"/>
                </a:solidFill>
              </a:rPr>
              <a:t> </a:t>
            </a:r>
            <a:r>
              <a:rPr lang="pt-BR" sz="2400" b="1" dirty="0" err="1">
                <a:solidFill>
                  <a:schemeClr val="bg1"/>
                </a:solidFill>
              </a:rPr>
              <a:t>of</a:t>
            </a:r>
            <a:r>
              <a:rPr lang="pt-BR" sz="2400" b="1" dirty="0">
                <a:solidFill>
                  <a:schemeClr val="bg1"/>
                </a:solidFill>
              </a:rPr>
              <a:t>; </a:t>
            </a:r>
            <a:r>
              <a:rPr lang="pt-BR" sz="2400" b="1" dirty="0" err="1">
                <a:solidFill>
                  <a:schemeClr val="bg1"/>
                </a:solidFill>
              </a:rPr>
              <a:t>all</a:t>
            </a:r>
            <a:r>
              <a:rPr lang="pt-BR" sz="2400" b="1" dirty="0">
                <a:solidFill>
                  <a:schemeClr val="bg1"/>
                </a:solidFill>
              </a:rPr>
              <a:t> over; </a:t>
            </a:r>
            <a:r>
              <a:rPr lang="pt-BR" sz="2400" b="1" dirty="0" err="1">
                <a:solidFill>
                  <a:schemeClr val="bg1"/>
                </a:solidFill>
              </a:rPr>
              <a:t>it’s</a:t>
            </a:r>
            <a:r>
              <a:rPr lang="pt-BR" sz="2400" b="1" dirty="0">
                <a:solidFill>
                  <a:schemeClr val="bg1"/>
                </a:solidFill>
              </a:rPr>
              <a:t> </a:t>
            </a:r>
            <a:r>
              <a:rPr lang="pt-BR" sz="2400" b="1" dirty="0" err="1">
                <a:solidFill>
                  <a:schemeClr val="bg1"/>
                </a:solidFill>
              </a:rPr>
              <a:t>early</a:t>
            </a:r>
            <a:r>
              <a:rPr lang="pt-BR" sz="2400" b="1" dirty="0">
                <a:solidFill>
                  <a:schemeClr val="bg1"/>
                </a:solidFill>
              </a:rPr>
              <a:t>; </a:t>
            </a:r>
            <a:r>
              <a:rPr lang="pt-BR" sz="2400" b="1" dirty="0" err="1">
                <a:solidFill>
                  <a:schemeClr val="bg1"/>
                </a:solidFill>
              </a:rPr>
              <a:t>it’s</a:t>
            </a:r>
            <a:r>
              <a:rPr lang="pt-BR" sz="2400" b="1" dirty="0">
                <a:solidFill>
                  <a:schemeClr val="bg1"/>
                </a:solidFill>
              </a:rPr>
              <a:t> late; </a:t>
            </a:r>
            <a:r>
              <a:rPr lang="pt-BR" sz="2400" b="1" dirty="0" err="1">
                <a:solidFill>
                  <a:schemeClr val="bg1"/>
                </a:solidFill>
              </a:rPr>
              <a:t>it’s</a:t>
            </a:r>
            <a:r>
              <a:rPr lang="pt-BR" sz="2400" b="1" dirty="0">
                <a:solidFill>
                  <a:schemeClr val="bg1"/>
                </a:solidFill>
              </a:rPr>
              <a:t> </a:t>
            </a:r>
            <a:r>
              <a:rPr lang="pt-BR" sz="2400" b="1" dirty="0" err="1">
                <a:solidFill>
                  <a:schemeClr val="bg1"/>
                </a:solidFill>
              </a:rPr>
              <a:t>five</a:t>
            </a:r>
            <a:r>
              <a:rPr lang="pt-BR" sz="2400" b="1" dirty="0">
                <a:solidFill>
                  <a:schemeClr val="bg1"/>
                </a:solidFill>
              </a:rPr>
              <a:t> </a:t>
            </a:r>
            <a:r>
              <a:rPr lang="pt-BR" sz="2400" b="1" dirty="0" err="1">
                <a:solidFill>
                  <a:schemeClr val="bg1"/>
                </a:solidFill>
              </a:rPr>
              <a:t>after</a:t>
            </a:r>
            <a:r>
              <a:rPr lang="pt-BR" sz="2400" b="1" dirty="0">
                <a:solidFill>
                  <a:schemeClr val="bg1"/>
                </a:solidFill>
              </a:rPr>
              <a:t> </a:t>
            </a:r>
            <a:r>
              <a:rPr lang="pt-BR" sz="2400" b="1" dirty="0" err="1">
                <a:solidFill>
                  <a:schemeClr val="bg1"/>
                </a:solidFill>
              </a:rPr>
              <a:t>three</a:t>
            </a:r>
            <a:r>
              <a:rPr lang="pt-BR" sz="2400" b="1" dirty="0">
                <a:solidFill>
                  <a:schemeClr val="bg1"/>
                </a:solidFill>
              </a:rPr>
              <a:t>; a </a:t>
            </a:r>
            <a:r>
              <a:rPr lang="pt-BR" sz="2400" b="1" dirty="0" err="1">
                <a:solidFill>
                  <a:schemeClr val="bg1"/>
                </a:solidFill>
              </a:rPr>
              <a:t>quarter</a:t>
            </a:r>
            <a:r>
              <a:rPr lang="pt-BR" sz="2400" b="1" dirty="0">
                <a:solidFill>
                  <a:schemeClr val="bg1"/>
                </a:solidFill>
              </a:rPr>
              <a:t> </a:t>
            </a:r>
            <a:r>
              <a:rPr lang="pt-BR" sz="2400" b="1" dirty="0" err="1">
                <a:solidFill>
                  <a:schemeClr val="bg1"/>
                </a:solidFill>
              </a:rPr>
              <a:t>to</a:t>
            </a:r>
            <a:r>
              <a:rPr lang="pt-BR" sz="2400" b="1" dirty="0">
                <a:solidFill>
                  <a:schemeClr val="bg1"/>
                </a:solidFill>
              </a:rPr>
              <a:t> </a:t>
            </a:r>
            <a:r>
              <a:rPr lang="pt-BR" sz="2400" b="1" dirty="0" err="1">
                <a:solidFill>
                  <a:schemeClr val="bg1"/>
                </a:solidFill>
              </a:rPr>
              <a:t>six</a:t>
            </a:r>
            <a:r>
              <a:rPr lang="pt-BR" sz="2400" b="1" dirty="0">
                <a:solidFill>
                  <a:schemeClr val="bg1"/>
                </a:solidFill>
              </a:rPr>
              <a:t>; </a:t>
            </a:r>
            <a:r>
              <a:rPr lang="pt-BR" sz="2400" b="1" dirty="0" err="1">
                <a:solidFill>
                  <a:schemeClr val="bg1"/>
                </a:solidFill>
              </a:rPr>
              <a:t>three</a:t>
            </a:r>
            <a:r>
              <a:rPr lang="pt-BR" sz="2400" b="1" dirty="0">
                <a:solidFill>
                  <a:schemeClr val="bg1"/>
                </a:solidFill>
              </a:rPr>
              <a:t> </a:t>
            </a:r>
            <a:r>
              <a:rPr lang="pt-BR" sz="2400" b="1" dirty="0" err="1">
                <a:solidFill>
                  <a:schemeClr val="bg1"/>
                </a:solidFill>
              </a:rPr>
              <a:t>thirty</a:t>
            </a:r>
            <a:r>
              <a:rPr lang="pt-BR" sz="2400" b="1" dirty="0">
                <a:solidFill>
                  <a:schemeClr val="bg1"/>
                </a:solidFill>
              </a:rPr>
              <a:t> </a:t>
            </a:r>
            <a:r>
              <a:rPr lang="pt-BR" sz="2400" b="1" dirty="0"/>
              <a:t>.  </a:t>
            </a:r>
          </a:p>
        </p:txBody>
      </p:sp>
    </p:spTree>
    <p:extLst>
      <p:ext uri="{BB962C8B-B14F-4D97-AF65-F5344CB8AC3E}">
        <p14:creationId xmlns:p14="http://schemas.microsoft.com/office/powerpoint/2010/main" val="38886287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8541" y="401739"/>
            <a:ext cx="4308748" cy="2511648"/>
          </a:xfrm>
          <a:prstGeom prst="rect">
            <a:avLst/>
          </a:prstGeom>
        </p:spPr>
      </p:pic>
      <p:sp>
        <p:nvSpPr>
          <p:cNvPr id="5" name="Título 1"/>
          <p:cNvSpPr txBox="1">
            <a:spLocks/>
          </p:cNvSpPr>
          <p:nvPr/>
        </p:nvSpPr>
        <p:spPr>
          <a:xfrm>
            <a:off x="240012" y="401739"/>
            <a:ext cx="3192301" cy="84323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pt-BR">
                <a:solidFill>
                  <a:srgbClr val="002060"/>
                </a:solidFill>
              </a:rPr>
              <a:t>LESSON THREE </a:t>
            </a:r>
          </a:p>
        </p:txBody>
      </p:sp>
      <p:sp>
        <p:nvSpPr>
          <p:cNvPr id="6" name="Título 1"/>
          <p:cNvSpPr>
            <a:spLocks noGrp="1"/>
          </p:cNvSpPr>
          <p:nvPr>
            <p:ph type="title"/>
          </p:nvPr>
        </p:nvSpPr>
        <p:spPr>
          <a:xfrm>
            <a:off x="240012" y="1244976"/>
            <a:ext cx="2383918" cy="973680"/>
          </a:xfrm>
        </p:spPr>
        <p:txBody>
          <a:bodyPr/>
          <a:lstStyle/>
          <a:p>
            <a:r>
              <a:rPr lang="pt-BR">
                <a:solidFill>
                  <a:srgbClr val="7030A0"/>
                </a:solidFill>
              </a:rPr>
              <a:t>Verbs</a:t>
            </a:r>
          </a:p>
        </p:txBody>
      </p:sp>
      <p:sp>
        <p:nvSpPr>
          <p:cNvPr id="8" name="Espaço Reservado para Conteúdo 7"/>
          <p:cNvSpPr>
            <a:spLocks noGrp="1"/>
          </p:cNvSpPr>
          <p:nvPr>
            <p:ph idx="1"/>
          </p:nvPr>
        </p:nvSpPr>
        <p:spPr>
          <a:xfrm>
            <a:off x="347134" y="2465389"/>
            <a:ext cx="8596668" cy="3880773"/>
          </a:xfrm>
        </p:spPr>
        <p:txBody>
          <a:bodyPr>
            <a:normAutofit/>
          </a:bodyPr>
          <a:lstStyle/>
          <a:p>
            <a:pPr algn="just"/>
            <a:r>
              <a:rPr lang="pt-BR" sz="3200" err="1">
                <a:solidFill>
                  <a:schemeClr val="bg1"/>
                </a:solidFill>
              </a:rPr>
              <a:t>To</a:t>
            </a:r>
            <a:r>
              <a:rPr lang="pt-BR" sz="3200">
                <a:solidFill>
                  <a:schemeClr val="bg1"/>
                </a:solidFill>
              </a:rPr>
              <a:t> </a:t>
            </a:r>
            <a:r>
              <a:rPr lang="pt-BR" sz="3200" err="1">
                <a:solidFill>
                  <a:schemeClr val="bg1"/>
                </a:solidFill>
              </a:rPr>
              <a:t>meet</a:t>
            </a:r>
            <a:r>
              <a:rPr lang="pt-BR" sz="3200">
                <a:solidFill>
                  <a:schemeClr val="bg1"/>
                </a:solidFill>
              </a:rPr>
              <a:t>–</a:t>
            </a:r>
            <a:r>
              <a:rPr lang="pt-BR" sz="3200" err="1">
                <a:solidFill>
                  <a:schemeClr val="bg1"/>
                </a:solidFill>
              </a:rPr>
              <a:t>met</a:t>
            </a:r>
            <a:r>
              <a:rPr lang="pt-BR" sz="3200">
                <a:solidFill>
                  <a:schemeClr val="bg1"/>
                </a:solidFill>
              </a:rPr>
              <a:t>/ </a:t>
            </a:r>
            <a:r>
              <a:rPr lang="pt-BR" sz="3200" err="1">
                <a:solidFill>
                  <a:schemeClr val="bg1"/>
                </a:solidFill>
              </a:rPr>
              <a:t>To</a:t>
            </a:r>
            <a:r>
              <a:rPr lang="pt-BR" sz="3200">
                <a:solidFill>
                  <a:schemeClr val="bg1"/>
                </a:solidFill>
              </a:rPr>
              <a:t> </a:t>
            </a:r>
            <a:r>
              <a:rPr lang="pt-BR" sz="3200" err="1">
                <a:solidFill>
                  <a:schemeClr val="bg1"/>
                </a:solidFill>
              </a:rPr>
              <a:t>speak</a:t>
            </a:r>
            <a:r>
              <a:rPr lang="pt-BR" sz="3200">
                <a:solidFill>
                  <a:schemeClr val="bg1"/>
                </a:solidFill>
              </a:rPr>
              <a:t>–</a:t>
            </a:r>
            <a:r>
              <a:rPr lang="pt-BR" sz="3200" err="1">
                <a:solidFill>
                  <a:schemeClr val="bg1"/>
                </a:solidFill>
              </a:rPr>
              <a:t>spoke</a:t>
            </a:r>
            <a:r>
              <a:rPr lang="pt-BR" sz="3200">
                <a:solidFill>
                  <a:schemeClr val="bg1"/>
                </a:solidFill>
              </a:rPr>
              <a:t>/ </a:t>
            </a:r>
            <a:r>
              <a:rPr lang="pt-BR" sz="3200" err="1">
                <a:solidFill>
                  <a:schemeClr val="bg1"/>
                </a:solidFill>
              </a:rPr>
              <a:t>To</a:t>
            </a:r>
            <a:r>
              <a:rPr lang="pt-BR" sz="3200">
                <a:solidFill>
                  <a:schemeClr val="bg1"/>
                </a:solidFill>
              </a:rPr>
              <a:t> help -</a:t>
            </a:r>
            <a:r>
              <a:rPr lang="pt-BR" sz="3200" err="1">
                <a:solidFill>
                  <a:schemeClr val="bg1"/>
                </a:solidFill>
              </a:rPr>
              <a:t>helped</a:t>
            </a:r>
            <a:r>
              <a:rPr lang="pt-BR" sz="3200">
                <a:solidFill>
                  <a:schemeClr val="bg1"/>
                </a:solidFill>
              </a:rPr>
              <a:t> / </a:t>
            </a:r>
            <a:r>
              <a:rPr lang="pt-BR" sz="3200" err="1">
                <a:solidFill>
                  <a:schemeClr val="bg1"/>
                </a:solidFill>
              </a:rPr>
              <a:t>To</a:t>
            </a:r>
            <a:r>
              <a:rPr lang="pt-BR" sz="3200">
                <a:solidFill>
                  <a:schemeClr val="bg1"/>
                </a:solidFill>
              </a:rPr>
              <a:t> </a:t>
            </a:r>
            <a:r>
              <a:rPr lang="pt-BR" sz="3200" err="1">
                <a:solidFill>
                  <a:schemeClr val="bg1"/>
                </a:solidFill>
              </a:rPr>
              <a:t>call</a:t>
            </a:r>
            <a:r>
              <a:rPr lang="pt-BR" sz="3200">
                <a:solidFill>
                  <a:schemeClr val="bg1"/>
                </a:solidFill>
              </a:rPr>
              <a:t>–</a:t>
            </a:r>
            <a:r>
              <a:rPr lang="pt-BR" sz="3200" err="1">
                <a:solidFill>
                  <a:schemeClr val="bg1"/>
                </a:solidFill>
              </a:rPr>
              <a:t>called</a:t>
            </a:r>
            <a:endParaRPr lang="pt-BR" sz="32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161745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8541" y="401739"/>
            <a:ext cx="4308748" cy="2511648"/>
          </a:xfrm>
          <a:prstGeom prst="rect">
            <a:avLst/>
          </a:prstGeom>
        </p:spPr>
      </p:pic>
      <p:sp>
        <p:nvSpPr>
          <p:cNvPr id="5" name="Título 1"/>
          <p:cNvSpPr txBox="1">
            <a:spLocks/>
          </p:cNvSpPr>
          <p:nvPr/>
        </p:nvSpPr>
        <p:spPr>
          <a:xfrm>
            <a:off x="240012" y="401739"/>
            <a:ext cx="3192301" cy="84323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pt-BR">
                <a:solidFill>
                  <a:srgbClr val="002060"/>
                </a:solidFill>
              </a:rPr>
              <a:t>LESSON THREE  </a:t>
            </a:r>
          </a:p>
        </p:txBody>
      </p:sp>
      <p:sp>
        <p:nvSpPr>
          <p:cNvPr id="10" name="Título 1"/>
          <p:cNvSpPr>
            <a:spLocks noGrp="1"/>
          </p:cNvSpPr>
          <p:nvPr>
            <p:ph type="title"/>
          </p:nvPr>
        </p:nvSpPr>
        <p:spPr>
          <a:xfrm>
            <a:off x="147247" y="1486397"/>
            <a:ext cx="8596668" cy="843237"/>
          </a:xfrm>
        </p:spPr>
        <p:txBody>
          <a:bodyPr>
            <a:normAutofit/>
          </a:bodyPr>
          <a:lstStyle/>
          <a:p>
            <a:r>
              <a:rPr lang="pt-BR" sz="3200">
                <a:solidFill>
                  <a:srgbClr val="7030A0"/>
                </a:solidFill>
              </a:rPr>
              <a:t>VOCABULARY</a:t>
            </a:r>
          </a:p>
        </p:txBody>
      </p:sp>
      <p:sp>
        <p:nvSpPr>
          <p:cNvPr id="11" name="Título 1"/>
          <p:cNvSpPr txBox="1">
            <a:spLocks/>
          </p:cNvSpPr>
          <p:nvPr/>
        </p:nvSpPr>
        <p:spPr>
          <a:xfrm>
            <a:off x="240012" y="4384792"/>
            <a:ext cx="8596668" cy="84323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pt-BR" sz="3200">
                <a:solidFill>
                  <a:srgbClr val="7030A0"/>
                </a:solidFill>
              </a:rPr>
              <a:t>EXPRESS YOURSELF</a:t>
            </a:r>
          </a:p>
        </p:txBody>
      </p:sp>
      <p:sp>
        <p:nvSpPr>
          <p:cNvPr id="6" name="Espaço Reservado para Conteúdo 2"/>
          <p:cNvSpPr>
            <a:spLocks noGrp="1"/>
          </p:cNvSpPr>
          <p:nvPr>
            <p:ph idx="1"/>
          </p:nvPr>
        </p:nvSpPr>
        <p:spPr>
          <a:xfrm>
            <a:off x="147247" y="2571055"/>
            <a:ext cx="8596668" cy="1620849"/>
          </a:xfrm>
        </p:spPr>
        <p:txBody>
          <a:bodyPr>
            <a:noAutofit/>
          </a:bodyPr>
          <a:lstStyle/>
          <a:p>
            <a:pPr algn="just"/>
            <a:r>
              <a:rPr lang="pt-BR" sz="2400" dirty="0" err="1">
                <a:solidFill>
                  <a:schemeClr val="bg1"/>
                </a:solidFill>
              </a:rPr>
              <a:t>mashed</a:t>
            </a:r>
            <a:r>
              <a:rPr lang="pt-BR" sz="2400" dirty="0">
                <a:solidFill>
                  <a:schemeClr val="bg1"/>
                </a:solidFill>
              </a:rPr>
              <a:t> </a:t>
            </a:r>
            <a:r>
              <a:rPr lang="pt-BR" sz="2400" dirty="0" err="1">
                <a:solidFill>
                  <a:schemeClr val="bg1"/>
                </a:solidFill>
              </a:rPr>
              <a:t>potatoes</a:t>
            </a:r>
            <a:r>
              <a:rPr lang="pt-BR" sz="2400" dirty="0">
                <a:solidFill>
                  <a:schemeClr val="bg1"/>
                </a:solidFill>
              </a:rPr>
              <a:t>; </a:t>
            </a:r>
            <a:r>
              <a:rPr lang="pt-BR" sz="2400" dirty="0" err="1">
                <a:solidFill>
                  <a:schemeClr val="bg1"/>
                </a:solidFill>
              </a:rPr>
              <a:t>baked</a:t>
            </a:r>
            <a:r>
              <a:rPr lang="pt-BR" sz="2400" dirty="0">
                <a:solidFill>
                  <a:schemeClr val="bg1"/>
                </a:solidFill>
              </a:rPr>
              <a:t> </a:t>
            </a:r>
            <a:r>
              <a:rPr lang="pt-BR" sz="2400" dirty="0" err="1">
                <a:solidFill>
                  <a:schemeClr val="bg1"/>
                </a:solidFill>
              </a:rPr>
              <a:t>potatoes</a:t>
            </a:r>
            <a:r>
              <a:rPr lang="pt-BR" sz="2400" dirty="0">
                <a:solidFill>
                  <a:schemeClr val="bg1"/>
                </a:solidFill>
              </a:rPr>
              <a:t>; </a:t>
            </a:r>
            <a:r>
              <a:rPr lang="pt-BR" sz="2400" dirty="0" err="1">
                <a:solidFill>
                  <a:schemeClr val="bg1"/>
                </a:solidFill>
              </a:rPr>
              <a:t>french</a:t>
            </a:r>
            <a:r>
              <a:rPr lang="pt-BR" sz="2400" dirty="0">
                <a:solidFill>
                  <a:schemeClr val="bg1"/>
                </a:solidFill>
              </a:rPr>
              <a:t> </a:t>
            </a:r>
            <a:r>
              <a:rPr lang="pt-BR" sz="2400" dirty="0" err="1">
                <a:solidFill>
                  <a:schemeClr val="bg1"/>
                </a:solidFill>
              </a:rPr>
              <a:t>fries</a:t>
            </a:r>
            <a:r>
              <a:rPr lang="pt-BR" sz="2400" dirty="0">
                <a:solidFill>
                  <a:schemeClr val="bg1"/>
                </a:solidFill>
              </a:rPr>
              <a:t>; ice cream; </a:t>
            </a:r>
            <a:r>
              <a:rPr lang="pt-BR" sz="2400" dirty="0" err="1">
                <a:solidFill>
                  <a:schemeClr val="bg1"/>
                </a:solidFill>
              </a:rPr>
              <a:t>steak</a:t>
            </a:r>
            <a:r>
              <a:rPr lang="pt-BR" sz="2400" dirty="0">
                <a:solidFill>
                  <a:schemeClr val="bg1"/>
                </a:solidFill>
              </a:rPr>
              <a:t>; </a:t>
            </a:r>
            <a:r>
              <a:rPr lang="pt-BR" sz="2400" dirty="0" err="1">
                <a:solidFill>
                  <a:schemeClr val="bg1"/>
                </a:solidFill>
              </a:rPr>
              <a:t>well</a:t>
            </a:r>
            <a:r>
              <a:rPr lang="pt-BR" sz="2400" dirty="0">
                <a:solidFill>
                  <a:schemeClr val="bg1"/>
                </a:solidFill>
              </a:rPr>
              <a:t> </a:t>
            </a:r>
            <a:r>
              <a:rPr lang="pt-BR" sz="2400" dirty="0" err="1">
                <a:solidFill>
                  <a:schemeClr val="bg1"/>
                </a:solidFill>
              </a:rPr>
              <a:t>done</a:t>
            </a:r>
            <a:r>
              <a:rPr lang="pt-BR" sz="2400" dirty="0">
                <a:solidFill>
                  <a:schemeClr val="bg1"/>
                </a:solidFill>
              </a:rPr>
              <a:t>; </a:t>
            </a:r>
            <a:r>
              <a:rPr lang="pt-BR" sz="2400" dirty="0" err="1">
                <a:solidFill>
                  <a:schemeClr val="bg1"/>
                </a:solidFill>
              </a:rPr>
              <a:t>medium</a:t>
            </a:r>
            <a:r>
              <a:rPr lang="pt-BR" sz="2400" dirty="0">
                <a:solidFill>
                  <a:schemeClr val="bg1"/>
                </a:solidFill>
              </a:rPr>
              <a:t>; </a:t>
            </a:r>
            <a:r>
              <a:rPr lang="pt-BR" sz="2400" dirty="0" err="1">
                <a:solidFill>
                  <a:schemeClr val="bg1"/>
                </a:solidFill>
              </a:rPr>
              <a:t>rare</a:t>
            </a:r>
            <a:r>
              <a:rPr lang="pt-BR" sz="2400" dirty="0">
                <a:solidFill>
                  <a:schemeClr val="bg1"/>
                </a:solidFill>
              </a:rPr>
              <a:t>; </a:t>
            </a:r>
            <a:r>
              <a:rPr lang="pt-BR" sz="2400" dirty="0" err="1">
                <a:solidFill>
                  <a:schemeClr val="bg1"/>
                </a:solidFill>
              </a:rPr>
              <a:t>spicy</a:t>
            </a:r>
            <a:r>
              <a:rPr lang="pt-BR" sz="2400" dirty="0">
                <a:solidFill>
                  <a:schemeClr val="bg1"/>
                </a:solidFill>
              </a:rPr>
              <a:t>; </a:t>
            </a:r>
            <a:r>
              <a:rPr lang="pt-BR" sz="2400" dirty="0" err="1">
                <a:solidFill>
                  <a:schemeClr val="bg1"/>
                </a:solidFill>
              </a:rPr>
              <a:t>hungry</a:t>
            </a:r>
            <a:r>
              <a:rPr lang="pt-BR" sz="2400" dirty="0">
                <a:solidFill>
                  <a:schemeClr val="bg1"/>
                </a:solidFill>
              </a:rPr>
              <a:t>; </a:t>
            </a:r>
            <a:r>
              <a:rPr lang="pt-BR" sz="2400" dirty="0" err="1">
                <a:solidFill>
                  <a:schemeClr val="bg1"/>
                </a:solidFill>
              </a:rPr>
              <a:t>thirsty</a:t>
            </a:r>
            <a:r>
              <a:rPr lang="pt-BR" sz="2400" dirty="0">
                <a:solidFill>
                  <a:schemeClr val="bg1"/>
                </a:solidFill>
              </a:rPr>
              <a:t>; </a:t>
            </a:r>
            <a:r>
              <a:rPr lang="pt-BR" sz="2400" dirty="0" err="1">
                <a:solidFill>
                  <a:schemeClr val="bg1"/>
                </a:solidFill>
              </a:rPr>
              <a:t>waiter</a:t>
            </a:r>
            <a:r>
              <a:rPr lang="pt-BR" sz="2400" dirty="0">
                <a:solidFill>
                  <a:schemeClr val="bg1"/>
                </a:solidFill>
              </a:rPr>
              <a:t>; </a:t>
            </a:r>
            <a:r>
              <a:rPr lang="pt-BR" sz="2400" dirty="0" err="1">
                <a:solidFill>
                  <a:schemeClr val="bg1"/>
                </a:solidFill>
              </a:rPr>
              <a:t>waitress</a:t>
            </a:r>
            <a:r>
              <a:rPr lang="pt-BR" sz="2400" dirty="0">
                <a:solidFill>
                  <a:schemeClr val="bg1"/>
                </a:solidFill>
              </a:rPr>
              <a:t>; </a:t>
            </a:r>
            <a:r>
              <a:rPr lang="pt-BR" sz="2400" dirty="0" err="1">
                <a:solidFill>
                  <a:schemeClr val="bg1"/>
                </a:solidFill>
              </a:rPr>
              <a:t>other</a:t>
            </a:r>
            <a:r>
              <a:rPr lang="pt-BR" sz="2400" dirty="0">
                <a:solidFill>
                  <a:schemeClr val="bg1"/>
                </a:solidFill>
              </a:rPr>
              <a:t>; </a:t>
            </a:r>
            <a:r>
              <a:rPr lang="pt-BR" sz="2400" dirty="0" err="1">
                <a:solidFill>
                  <a:schemeClr val="bg1"/>
                </a:solidFill>
              </a:rPr>
              <a:t>same</a:t>
            </a:r>
            <a:r>
              <a:rPr lang="pt-BR" sz="2400" dirty="0">
                <a:solidFill>
                  <a:schemeClr val="bg1"/>
                </a:solidFill>
              </a:rPr>
              <a:t>; </a:t>
            </a:r>
            <a:r>
              <a:rPr lang="pt-BR" sz="2400" dirty="0" err="1">
                <a:solidFill>
                  <a:schemeClr val="bg1"/>
                </a:solidFill>
              </a:rPr>
              <a:t>different</a:t>
            </a:r>
            <a:r>
              <a:rPr lang="pt-BR" sz="2400" dirty="0">
                <a:solidFill>
                  <a:schemeClr val="bg1"/>
                </a:solidFill>
              </a:rPr>
              <a:t>; hotel; </a:t>
            </a:r>
            <a:r>
              <a:rPr lang="pt-BR" sz="2400" dirty="0" err="1">
                <a:solidFill>
                  <a:schemeClr val="bg1"/>
                </a:solidFill>
              </a:rPr>
              <a:t>middle</a:t>
            </a:r>
            <a:r>
              <a:rPr lang="pt-BR" sz="2400" dirty="0">
                <a:solidFill>
                  <a:schemeClr val="bg1"/>
                </a:solidFill>
              </a:rPr>
              <a:t>; </a:t>
            </a:r>
            <a:r>
              <a:rPr lang="pt-BR" sz="2400" dirty="0" err="1">
                <a:solidFill>
                  <a:schemeClr val="bg1"/>
                </a:solidFill>
              </a:rPr>
              <a:t>block</a:t>
            </a:r>
            <a:r>
              <a:rPr lang="pt-BR" sz="2400" dirty="0">
                <a:solidFill>
                  <a:schemeClr val="bg1"/>
                </a:solidFill>
              </a:rPr>
              <a:t>; </a:t>
            </a:r>
            <a:r>
              <a:rPr lang="pt-BR" sz="2400" dirty="0" err="1">
                <a:solidFill>
                  <a:schemeClr val="bg1"/>
                </a:solidFill>
              </a:rPr>
              <a:t>room</a:t>
            </a:r>
            <a:r>
              <a:rPr lang="pt-BR" sz="2400" dirty="0">
                <a:solidFill>
                  <a:schemeClr val="bg1"/>
                </a:solidFill>
              </a:rPr>
              <a:t>; </a:t>
            </a:r>
            <a:r>
              <a:rPr lang="pt-BR" sz="2400" dirty="0" err="1">
                <a:solidFill>
                  <a:schemeClr val="bg1"/>
                </a:solidFill>
              </a:rPr>
              <a:t>everything</a:t>
            </a:r>
            <a:r>
              <a:rPr lang="pt-BR" sz="2400" dirty="0">
                <a:solidFill>
                  <a:schemeClr val="bg1"/>
                </a:solidFill>
              </a:rPr>
              <a:t>.</a:t>
            </a:r>
            <a:endParaRPr lang="pt-BR" sz="2400" dirty="0"/>
          </a:p>
        </p:txBody>
      </p:sp>
      <p:sp>
        <p:nvSpPr>
          <p:cNvPr id="7" name="Espaço Reservado para Conteúdo 2"/>
          <p:cNvSpPr txBox="1">
            <a:spLocks/>
          </p:cNvSpPr>
          <p:nvPr/>
        </p:nvSpPr>
        <p:spPr>
          <a:xfrm>
            <a:off x="147247" y="4898380"/>
            <a:ext cx="8596668" cy="104507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3200" b="1">
                <a:solidFill>
                  <a:schemeClr val="bg1"/>
                </a:solidFill>
              </a:rPr>
              <a:t>In a </a:t>
            </a:r>
            <a:r>
              <a:rPr lang="pt-BR" sz="3200" b="1" err="1">
                <a:solidFill>
                  <a:schemeClr val="bg1"/>
                </a:solidFill>
              </a:rPr>
              <a:t>Hurry</a:t>
            </a:r>
            <a:r>
              <a:rPr lang="pt-BR" sz="3200" b="1">
                <a:solidFill>
                  <a:schemeClr val="bg1"/>
                </a:solidFill>
              </a:rPr>
              <a:t>; </a:t>
            </a:r>
            <a:r>
              <a:rPr lang="pt-BR" sz="3200" b="1" err="1">
                <a:solidFill>
                  <a:schemeClr val="bg1"/>
                </a:solidFill>
              </a:rPr>
              <a:t>on</a:t>
            </a:r>
            <a:r>
              <a:rPr lang="pt-BR" sz="3200" b="1">
                <a:solidFill>
                  <a:schemeClr val="bg1"/>
                </a:solidFill>
              </a:rPr>
              <a:t> time; in time.</a:t>
            </a:r>
          </a:p>
        </p:txBody>
      </p:sp>
    </p:spTree>
    <p:extLst>
      <p:ext uri="{BB962C8B-B14F-4D97-AF65-F5344CB8AC3E}">
        <p14:creationId xmlns:p14="http://schemas.microsoft.com/office/powerpoint/2010/main" val="4790909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8541" y="401739"/>
            <a:ext cx="4308748" cy="2511648"/>
          </a:xfrm>
          <a:prstGeom prst="rect">
            <a:avLst/>
          </a:prstGeom>
        </p:spPr>
      </p:pic>
      <p:sp>
        <p:nvSpPr>
          <p:cNvPr id="5" name="Título 1"/>
          <p:cNvSpPr txBox="1">
            <a:spLocks/>
          </p:cNvSpPr>
          <p:nvPr/>
        </p:nvSpPr>
        <p:spPr>
          <a:xfrm>
            <a:off x="240012" y="401739"/>
            <a:ext cx="3192301" cy="84323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pt-BR">
                <a:solidFill>
                  <a:srgbClr val="002060"/>
                </a:solidFill>
              </a:rPr>
              <a:t>LESSON FOUR</a:t>
            </a:r>
          </a:p>
        </p:txBody>
      </p:sp>
      <p:sp>
        <p:nvSpPr>
          <p:cNvPr id="6" name="Título 1"/>
          <p:cNvSpPr>
            <a:spLocks noGrp="1"/>
          </p:cNvSpPr>
          <p:nvPr>
            <p:ph type="title"/>
          </p:nvPr>
        </p:nvSpPr>
        <p:spPr>
          <a:xfrm>
            <a:off x="240012" y="1244976"/>
            <a:ext cx="2383918" cy="973680"/>
          </a:xfrm>
        </p:spPr>
        <p:txBody>
          <a:bodyPr/>
          <a:lstStyle/>
          <a:p>
            <a:r>
              <a:rPr lang="pt-BR">
                <a:solidFill>
                  <a:srgbClr val="7030A0"/>
                </a:solidFill>
              </a:rPr>
              <a:t>Verbs</a:t>
            </a:r>
          </a:p>
        </p:txBody>
      </p:sp>
      <p:sp>
        <p:nvSpPr>
          <p:cNvPr id="8" name="Espaço Reservado para Conteúdo 7"/>
          <p:cNvSpPr>
            <a:spLocks noGrp="1"/>
          </p:cNvSpPr>
          <p:nvPr>
            <p:ph idx="1"/>
          </p:nvPr>
        </p:nvSpPr>
        <p:spPr>
          <a:xfrm>
            <a:off x="240012" y="2607926"/>
            <a:ext cx="8596668" cy="1319211"/>
          </a:xfrm>
        </p:spPr>
        <p:txBody>
          <a:bodyPr>
            <a:normAutofit/>
          </a:bodyPr>
          <a:lstStyle/>
          <a:p>
            <a:pPr algn="just"/>
            <a:r>
              <a:rPr lang="en-US" sz="3200" dirty="0">
                <a:solidFill>
                  <a:schemeClr val="bg1"/>
                </a:solidFill>
              </a:rPr>
              <a:t>To</a:t>
            </a:r>
            <a:r>
              <a:rPr lang="pt-BR" sz="3200" dirty="0">
                <a:solidFill>
                  <a:schemeClr val="bg1"/>
                </a:solidFill>
              </a:rPr>
              <a:t> play–</a:t>
            </a:r>
            <a:r>
              <a:rPr lang="en-US" sz="3200" dirty="0">
                <a:solidFill>
                  <a:schemeClr val="bg1"/>
                </a:solidFill>
              </a:rPr>
              <a:t>played</a:t>
            </a:r>
            <a:r>
              <a:rPr lang="pt-BR" sz="3200" dirty="0">
                <a:solidFill>
                  <a:schemeClr val="bg1"/>
                </a:solidFill>
              </a:rPr>
              <a:t>/ </a:t>
            </a:r>
            <a:r>
              <a:rPr lang="pt-BR" sz="3200" dirty="0" err="1">
                <a:solidFill>
                  <a:schemeClr val="bg1"/>
                </a:solidFill>
              </a:rPr>
              <a:t>To</a:t>
            </a:r>
            <a:r>
              <a:rPr lang="pt-BR" sz="3200" dirty="0">
                <a:solidFill>
                  <a:schemeClr val="bg1"/>
                </a:solidFill>
              </a:rPr>
              <a:t> </a:t>
            </a:r>
            <a:r>
              <a:rPr lang="pt-BR" sz="3200" dirty="0" err="1">
                <a:solidFill>
                  <a:schemeClr val="bg1"/>
                </a:solidFill>
              </a:rPr>
              <a:t>buy</a:t>
            </a:r>
            <a:r>
              <a:rPr lang="pt-BR" sz="3200" dirty="0">
                <a:solidFill>
                  <a:schemeClr val="bg1"/>
                </a:solidFill>
              </a:rPr>
              <a:t>– </a:t>
            </a:r>
            <a:r>
              <a:rPr lang="pt-BR" sz="3200" dirty="0" err="1">
                <a:solidFill>
                  <a:schemeClr val="bg1"/>
                </a:solidFill>
              </a:rPr>
              <a:t>bought</a:t>
            </a:r>
            <a:r>
              <a:rPr lang="pt-BR" sz="3200" dirty="0">
                <a:solidFill>
                  <a:schemeClr val="bg1"/>
                </a:solidFill>
              </a:rPr>
              <a:t>– </a:t>
            </a:r>
            <a:r>
              <a:rPr lang="pt-BR" sz="3200" dirty="0" err="1">
                <a:solidFill>
                  <a:schemeClr val="bg1"/>
                </a:solidFill>
              </a:rPr>
              <a:t>To</a:t>
            </a:r>
            <a:r>
              <a:rPr lang="pt-BR" sz="3200" dirty="0">
                <a:solidFill>
                  <a:schemeClr val="bg1"/>
                </a:solidFill>
              </a:rPr>
              <a:t> close– </a:t>
            </a:r>
            <a:r>
              <a:rPr lang="pt-BR" sz="3200" dirty="0" err="1">
                <a:solidFill>
                  <a:schemeClr val="bg1"/>
                </a:solidFill>
              </a:rPr>
              <a:t>closed</a:t>
            </a:r>
            <a:r>
              <a:rPr lang="pt-BR" sz="3200" dirty="0">
                <a:solidFill>
                  <a:schemeClr val="bg1"/>
                </a:solidFill>
              </a:rPr>
              <a:t>/ </a:t>
            </a:r>
            <a:r>
              <a:rPr lang="pt-BR" sz="3200" dirty="0" err="1">
                <a:solidFill>
                  <a:schemeClr val="bg1"/>
                </a:solidFill>
              </a:rPr>
              <a:t>To</a:t>
            </a:r>
            <a:r>
              <a:rPr lang="pt-BR" sz="3200" dirty="0">
                <a:solidFill>
                  <a:schemeClr val="bg1"/>
                </a:solidFill>
              </a:rPr>
              <a:t> open– </a:t>
            </a:r>
            <a:r>
              <a:rPr lang="pt-BR" sz="3200" dirty="0" err="1">
                <a:solidFill>
                  <a:schemeClr val="bg1"/>
                </a:solidFill>
              </a:rPr>
              <a:t>opened</a:t>
            </a:r>
            <a:r>
              <a:rPr lang="pt-BR" sz="3200" dirty="0">
                <a:solidFill>
                  <a:schemeClr val="bg1"/>
                </a:solidFill>
              </a:rPr>
              <a:t>-</a:t>
            </a:r>
          </a:p>
        </p:txBody>
      </p:sp>
    </p:spTree>
    <p:extLst>
      <p:ext uri="{BB962C8B-B14F-4D97-AF65-F5344CB8AC3E}">
        <p14:creationId xmlns:p14="http://schemas.microsoft.com/office/powerpoint/2010/main" val="13334943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8541" y="401739"/>
            <a:ext cx="4308748" cy="2511648"/>
          </a:xfrm>
          <a:prstGeom prst="rect">
            <a:avLst/>
          </a:prstGeom>
        </p:spPr>
      </p:pic>
      <p:sp>
        <p:nvSpPr>
          <p:cNvPr id="5" name="Título 1"/>
          <p:cNvSpPr txBox="1">
            <a:spLocks/>
          </p:cNvSpPr>
          <p:nvPr/>
        </p:nvSpPr>
        <p:spPr>
          <a:xfrm>
            <a:off x="240012" y="401739"/>
            <a:ext cx="3192301" cy="84323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pt-BR">
                <a:solidFill>
                  <a:srgbClr val="002060"/>
                </a:solidFill>
              </a:rPr>
              <a:t>LESSON FOUR</a:t>
            </a:r>
          </a:p>
        </p:txBody>
      </p:sp>
      <p:sp>
        <p:nvSpPr>
          <p:cNvPr id="10" name="Título 1"/>
          <p:cNvSpPr>
            <a:spLocks noGrp="1"/>
          </p:cNvSpPr>
          <p:nvPr>
            <p:ph type="title"/>
          </p:nvPr>
        </p:nvSpPr>
        <p:spPr>
          <a:xfrm>
            <a:off x="147247" y="1486397"/>
            <a:ext cx="8596668" cy="843237"/>
          </a:xfrm>
        </p:spPr>
        <p:txBody>
          <a:bodyPr>
            <a:normAutofit/>
          </a:bodyPr>
          <a:lstStyle/>
          <a:p>
            <a:r>
              <a:rPr lang="pt-BR" sz="3200" dirty="0">
                <a:solidFill>
                  <a:srgbClr val="7030A0"/>
                </a:solidFill>
              </a:rPr>
              <a:t>VOCABULARY</a:t>
            </a:r>
          </a:p>
        </p:txBody>
      </p:sp>
      <p:sp>
        <p:nvSpPr>
          <p:cNvPr id="11" name="Título 1"/>
          <p:cNvSpPr txBox="1">
            <a:spLocks/>
          </p:cNvSpPr>
          <p:nvPr/>
        </p:nvSpPr>
        <p:spPr>
          <a:xfrm>
            <a:off x="240012" y="4644276"/>
            <a:ext cx="8596668" cy="75762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pt-BR" sz="3200">
                <a:solidFill>
                  <a:srgbClr val="7030A0"/>
                </a:solidFill>
              </a:rPr>
              <a:t>EXPRESS YOURSELF</a:t>
            </a:r>
          </a:p>
        </p:txBody>
      </p:sp>
      <p:sp>
        <p:nvSpPr>
          <p:cNvPr id="6" name="Espaço Reservado para Conteúdo 2"/>
          <p:cNvSpPr>
            <a:spLocks noGrp="1"/>
          </p:cNvSpPr>
          <p:nvPr>
            <p:ph idx="1"/>
          </p:nvPr>
        </p:nvSpPr>
        <p:spPr>
          <a:xfrm>
            <a:off x="147247" y="2559748"/>
            <a:ext cx="8596668" cy="1709087"/>
          </a:xfrm>
        </p:spPr>
        <p:txBody>
          <a:bodyPr>
            <a:noAutofit/>
          </a:bodyPr>
          <a:lstStyle/>
          <a:p>
            <a:pPr algn="just"/>
            <a:r>
              <a:rPr lang="pt-BR" sz="2400" dirty="0" err="1">
                <a:solidFill>
                  <a:schemeClr val="bg1"/>
                </a:solidFill>
              </a:rPr>
              <a:t>Mechanic</a:t>
            </a:r>
            <a:r>
              <a:rPr lang="pt-BR" sz="2400" dirty="0">
                <a:solidFill>
                  <a:schemeClr val="bg1"/>
                </a:solidFill>
              </a:rPr>
              <a:t>; </a:t>
            </a:r>
            <a:r>
              <a:rPr lang="pt-BR" sz="2400" dirty="0" err="1">
                <a:solidFill>
                  <a:schemeClr val="bg1"/>
                </a:solidFill>
              </a:rPr>
              <a:t>old</a:t>
            </a:r>
            <a:r>
              <a:rPr lang="pt-BR" sz="2400" dirty="0">
                <a:solidFill>
                  <a:schemeClr val="bg1"/>
                </a:solidFill>
              </a:rPr>
              <a:t>; </a:t>
            </a:r>
            <a:r>
              <a:rPr lang="pt-BR" sz="2400" dirty="0" err="1">
                <a:solidFill>
                  <a:schemeClr val="bg1"/>
                </a:solidFill>
              </a:rPr>
              <a:t>young</a:t>
            </a:r>
            <a:r>
              <a:rPr lang="pt-BR" sz="2400" dirty="0">
                <a:solidFill>
                  <a:schemeClr val="bg1"/>
                </a:solidFill>
              </a:rPr>
              <a:t>; new ; </a:t>
            </a:r>
            <a:r>
              <a:rPr lang="pt-BR" sz="2400" dirty="0" err="1">
                <a:solidFill>
                  <a:schemeClr val="bg1"/>
                </a:solidFill>
              </a:rPr>
              <a:t>student</a:t>
            </a:r>
            <a:r>
              <a:rPr lang="pt-BR" sz="2400" dirty="0">
                <a:solidFill>
                  <a:schemeClr val="bg1"/>
                </a:solidFill>
              </a:rPr>
              <a:t>; </a:t>
            </a:r>
            <a:r>
              <a:rPr lang="pt-BR" sz="2400" dirty="0" err="1">
                <a:solidFill>
                  <a:schemeClr val="bg1"/>
                </a:solidFill>
              </a:rPr>
              <a:t>police</a:t>
            </a:r>
            <a:r>
              <a:rPr lang="pt-BR" sz="2400" dirty="0">
                <a:solidFill>
                  <a:schemeClr val="bg1"/>
                </a:solidFill>
              </a:rPr>
              <a:t> </a:t>
            </a:r>
            <a:r>
              <a:rPr lang="pt-BR" sz="2400" dirty="0" err="1">
                <a:solidFill>
                  <a:schemeClr val="bg1"/>
                </a:solidFill>
              </a:rPr>
              <a:t>officer</a:t>
            </a:r>
            <a:r>
              <a:rPr lang="pt-BR" sz="2400" dirty="0">
                <a:solidFill>
                  <a:schemeClr val="bg1"/>
                </a:solidFill>
              </a:rPr>
              <a:t>; </a:t>
            </a:r>
            <a:r>
              <a:rPr lang="pt-BR" sz="2400" dirty="0" err="1">
                <a:solidFill>
                  <a:schemeClr val="bg1"/>
                </a:solidFill>
              </a:rPr>
              <a:t>bill</a:t>
            </a:r>
            <a:r>
              <a:rPr lang="pt-BR" sz="2400" dirty="0">
                <a:solidFill>
                  <a:schemeClr val="bg1"/>
                </a:solidFill>
              </a:rPr>
              <a:t>; </a:t>
            </a:r>
            <a:r>
              <a:rPr lang="pt-BR" sz="2400" dirty="0" err="1">
                <a:solidFill>
                  <a:schemeClr val="bg1"/>
                </a:solidFill>
              </a:rPr>
              <a:t>boat</a:t>
            </a:r>
            <a:r>
              <a:rPr lang="pt-BR" sz="2400" dirty="0">
                <a:solidFill>
                  <a:schemeClr val="bg1"/>
                </a:solidFill>
              </a:rPr>
              <a:t>; </a:t>
            </a:r>
            <a:r>
              <a:rPr lang="pt-BR" sz="2400" dirty="0" err="1">
                <a:solidFill>
                  <a:schemeClr val="bg1"/>
                </a:solidFill>
              </a:rPr>
              <a:t>check</a:t>
            </a:r>
            <a:r>
              <a:rPr lang="pt-BR" sz="2400" dirty="0">
                <a:solidFill>
                  <a:schemeClr val="bg1"/>
                </a:solidFill>
              </a:rPr>
              <a:t>; </a:t>
            </a:r>
            <a:r>
              <a:rPr lang="pt-BR" sz="2400" dirty="0" err="1">
                <a:solidFill>
                  <a:schemeClr val="bg1"/>
                </a:solidFill>
              </a:rPr>
              <a:t>key</a:t>
            </a:r>
            <a:r>
              <a:rPr lang="pt-BR" sz="2400" dirty="0">
                <a:solidFill>
                  <a:schemeClr val="bg1"/>
                </a:solidFill>
              </a:rPr>
              <a:t>; </a:t>
            </a:r>
            <a:r>
              <a:rPr lang="pt-BR" sz="2400" dirty="0" err="1">
                <a:solidFill>
                  <a:schemeClr val="bg1"/>
                </a:solidFill>
              </a:rPr>
              <a:t>fridge</a:t>
            </a:r>
            <a:r>
              <a:rPr lang="pt-BR" sz="2400" dirty="0">
                <a:solidFill>
                  <a:schemeClr val="bg1"/>
                </a:solidFill>
              </a:rPr>
              <a:t>; </a:t>
            </a:r>
            <a:r>
              <a:rPr lang="pt-BR" sz="2400" dirty="0" err="1">
                <a:solidFill>
                  <a:schemeClr val="bg1"/>
                </a:solidFill>
              </a:rPr>
              <a:t>can</a:t>
            </a:r>
            <a:r>
              <a:rPr lang="pt-BR" sz="2400" dirty="0">
                <a:solidFill>
                  <a:schemeClr val="bg1"/>
                </a:solidFill>
              </a:rPr>
              <a:t>; </a:t>
            </a:r>
            <a:r>
              <a:rPr lang="pt-BR" sz="2400" dirty="0" err="1">
                <a:solidFill>
                  <a:schemeClr val="bg1"/>
                </a:solidFill>
              </a:rPr>
              <a:t>suitcase</a:t>
            </a:r>
            <a:r>
              <a:rPr lang="pt-BR" sz="2400" dirty="0">
                <a:solidFill>
                  <a:schemeClr val="bg1"/>
                </a:solidFill>
              </a:rPr>
              <a:t>; </a:t>
            </a:r>
            <a:r>
              <a:rPr lang="pt-BR" sz="2400" dirty="0" err="1">
                <a:solidFill>
                  <a:schemeClr val="bg1"/>
                </a:solidFill>
              </a:rPr>
              <a:t>candy</a:t>
            </a:r>
            <a:r>
              <a:rPr lang="pt-BR" sz="2400" dirty="0">
                <a:solidFill>
                  <a:schemeClr val="bg1"/>
                </a:solidFill>
              </a:rPr>
              <a:t>; pie; </a:t>
            </a:r>
            <a:r>
              <a:rPr lang="pt-BR" sz="2400" dirty="0" err="1">
                <a:solidFill>
                  <a:schemeClr val="bg1"/>
                </a:solidFill>
              </a:rPr>
              <a:t>favorite</a:t>
            </a:r>
            <a:r>
              <a:rPr lang="pt-BR" sz="2400" dirty="0">
                <a:solidFill>
                  <a:schemeClr val="bg1"/>
                </a:solidFill>
              </a:rPr>
              <a:t>; </a:t>
            </a:r>
            <a:r>
              <a:rPr lang="pt-BR" sz="2400" dirty="0" err="1">
                <a:solidFill>
                  <a:schemeClr val="bg1"/>
                </a:solidFill>
              </a:rPr>
              <a:t>busy</a:t>
            </a:r>
            <a:r>
              <a:rPr lang="pt-BR" sz="2400" dirty="0">
                <a:solidFill>
                  <a:schemeClr val="bg1"/>
                </a:solidFill>
              </a:rPr>
              <a:t>; </a:t>
            </a:r>
            <a:r>
              <a:rPr lang="pt-BR" sz="2400" dirty="0" err="1">
                <a:solidFill>
                  <a:schemeClr val="bg1"/>
                </a:solidFill>
              </a:rPr>
              <a:t>full</a:t>
            </a:r>
            <a:r>
              <a:rPr lang="pt-BR" sz="2400" dirty="0">
                <a:solidFill>
                  <a:schemeClr val="bg1"/>
                </a:solidFill>
              </a:rPr>
              <a:t>; </a:t>
            </a:r>
            <a:r>
              <a:rPr lang="pt-BR" sz="2400" dirty="0" err="1">
                <a:solidFill>
                  <a:schemeClr val="bg1"/>
                </a:solidFill>
              </a:rPr>
              <a:t>empty</a:t>
            </a:r>
            <a:r>
              <a:rPr lang="pt-BR" sz="2400" dirty="0">
                <a:solidFill>
                  <a:schemeClr val="bg1"/>
                </a:solidFill>
              </a:rPr>
              <a:t>; </a:t>
            </a:r>
            <a:r>
              <a:rPr lang="pt-BR" sz="2400" dirty="0" err="1">
                <a:solidFill>
                  <a:schemeClr val="bg1"/>
                </a:solidFill>
              </a:rPr>
              <a:t>behind</a:t>
            </a:r>
            <a:r>
              <a:rPr lang="pt-BR" sz="2400" dirty="0">
                <a:solidFill>
                  <a:schemeClr val="bg1"/>
                </a:solidFill>
              </a:rPr>
              <a:t>; in front </a:t>
            </a:r>
            <a:r>
              <a:rPr lang="pt-BR" sz="2400" dirty="0" err="1">
                <a:solidFill>
                  <a:schemeClr val="bg1"/>
                </a:solidFill>
              </a:rPr>
              <a:t>of</a:t>
            </a:r>
            <a:r>
              <a:rPr lang="pt-BR" sz="2400" dirty="0">
                <a:solidFill>
                  <a:schemeClr val="bg1"/>
                </a:solidFill>
              </a:rPr>
              <a:t>; </a:t>
            </a:r>
            <a:r>
              <a:rPr lang="pt-BR" sz="2400" dirty="0" err="1">
                <a:solidFill>
                  <a:schemeClr val="bg1"/>
                </a:solidFill>
              </a:rPr>
              <a:t>first</a:t>
            </a:r>
            <a:r>
              <a:rPr lang="pt-BR" sz="2400" dirty="0">
                <a:solidFill>
                  <a:schemeClr val="bg1"/>
                </a:solidFill>
              </a:rPr>
              <a:t>; </a:t>
            </a:r>
            <a:r>
              <a:rPr lang="pt-BR" sz="2400" dirty="0" err="1">
                <a:solidFill>
                  <a:schemeClr val="bg1"/>
                </a:solidFill>
              </a:rPr>
              <a:t>right</a:t>
            </a:r>
            <a:r>
              <a:rPr lang="pt-BR" sz="2400" dirty="0">
                <a:solidFill>
                  <a:schemeClr val="bg1"/>
                </a:solidFill>
              </a:rPr>
              <a:t>; </a:t>
            </a:r>
            <a:r>
              <a:rPr lang="pt-BR" sz="2400" dirty="0" err="1">
                <a:solidFill>
                  <a:schemeClr val="bg1"/>
                </a:solidFill>
              </a:rPr>
              <a:t>wrong</a:t>
            </a:r>
            <a:r>
              <a:rPr lang="pt-BR" sz="2400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7" name="Espaço Reservado para Conteúdo 2"/>
          <p:cNvSpPr txBox="1">
            <a:spLocks/>
          </p:cNvSpPr>
          <p:nvPr/>
        </p:nvSpPr>
        <p:spPr>
          <a:xfrm>
            <a:off x="240012" y="5428297"/>
            <a:ext cx="8596668" cy="104507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3200" b="1" err="1">
                <a:solidFill>
                  <a:schemeClr val="bg1"/>
                </a:solidFill>
              </a:rPr>
              <a:t>To</a:t>
            </a:r>
            <a:r>
              <a:rPr lang="pt-BR" sz="3200" b="1">
                <a:solidFill>
                  <a:schemeClr val="bg1"/>
                </a:solidFill>
              </a:rPr>
              <a:t> </a:t>
            </a:r>
            <a:r>
              <a:rPr lang="pt-BR" sz="3200" b="1" err="1">
                <a:solidFill>
                  <a:schemeClr val="bg1"/>
                </a:solidFill>
              </a:rPr>
              <a:t>have</a:t>
            </a:r>
            <a:r>
              <a:rPr lang="pt-BR" sz="3200" b="1">
                <a:solidFill>
                  <a:schemeClr val="bg1"/>
                </a:solidFill>
              </a:rPr>
              <a:t> </a:t>
            </a:r>
            <a:r>
              <a:rPr lang="pt-BR" sz="3200" b="1" err="1">
                <a:solidFill>
                  <a:schemeClr val="bg1"/>
                </a:solidFill>
              </a:rPr>
              <a:t>fun</a:t>
            </a:r>
            <a:r>
              <a:rPr lang="pt-BR" sz="3200" b="1">
                <a:solidFill>
                  <a:schemeClr val="bg1"/>
                </a:solidFill>
              </a:rPr>
              <a:t>; </a:t>
            </a:r>
            <a:r>
              <a:rPr lang="pt-BR" sz="3200" b="1" err="1">
                <a:solidFill>
                  <a:schemeClr val="bg1"/>
                </a:solidFill>
              </a:rPr>
              <a:t>what’s</a:t>
            </a:r>
            <a:r>
              <a:rPr lang="pt-BR" sz="3200" b="1">
                <a:solidFill>
                  <a:schemeClr val="bg1"/>
                </a:solidFill>
              </a:rPr>
              <a:t> </a:t>
            </a:r>
            <a:r>
              <a:rPr lang="pt-BR" sz="3200" b="1" err="1">
                <a:solidFill>
                  <a:schemeClr val="bg1"/>
                </a:solidFill>
              </a:rPr>
              <a:t>the</a:t>
            </a:r>
            <a:r>
              <a:rPr lang="pt-BR" sz="3200" b="1">
                <a:solidFill>
                  <a:schemeClr val="bg1"/>
                </a:solidFill>
              </a:rPr>
              <a:t> </a:t>
            </a:r>
            <a:r>
              <a:rPr lang="pt-BR" sz="3200" b="1" err="1">
                <a:solidFill>
                  <a:schemeClr val="bg1"/>
                </a:solidFill>
              </a:rPr>
              <a:t>matter</a:t>
            </a:r>
            <a:r>
              <a:rPr lang="pt-BR" sz="3200" b="1">
                <a:solidFill>
                  <a:schemeClr val="bg1"/>
                </a:solidFill>
              </a:rPr>
              <a:t>; </a:t>
            </a:r>
            <a:r>
              <a:rPr lang="pt-BR" sz="3200" b="1" err="1">
                <a:solidFill>
                  <a:schemeClr val="bg1"/>
                </a:solidFill>
              </a:rPr>
              <a:t>really</a:t>
            </a:r>
            <a:r>
              <a:rPr lang="pt-BR" sz="3200" b="1">
                <a:solidFill>
                  <a:schemeClr val="bg1"/>
                </a:solidFill>
              </a:rPr>
              <a:t>; </a:t>
            </a:r>
            <a:r>
              <a:rPr lang="pt-BR" sz="3200" b="1" err="1">
                <a:solidFill>
                  <a:schemeClr val="bg1"/>
                </a:solidFill>
              </a:rPr>
              <a:t>to</a:t>
            </a:r>
            <a:r>
              <a:rPr lang="pt-BR" sz="3200" b="1">
                <a:solidFill>
                  <a:schemeClr val="bg1"/>
                </a:solidFill>
              </a:rPr>
              <a:t> figure out; </a:t>
            </a:r>
            <a:r>
              <a:rPr lang="pt-BR" sz="3200" b="1" err="1">
                <a:solidFill>
                  <a:schemeClr val="bg1"/>
                </a:solidFill>
              </a:rPr>
              <a:t>after</a:t>
            </a:r>
            <a:r>
              <a:rPr lang="pt-BR" sz="3200" b="1">
                <a:solidFill>
                  <a:schemeClr val="bg1"/>
                </a:solidFill>
              </a:rPr>
              <a:t> a </a:t>
            </a:r>
            <a:r>
              <a:rPr lang="pt-BR" sz="3200" b="1" err="1">
                <a:solidFill>
                  <a:schemeClr val="bg1"/>
                </a:solidFill>
              </a:rPr>
              <a:t>while</a:t>
            </a:r>
            <a:r>
              <a:rPr lang="pt-BR" sz="3200" b="1">
                <a:solidFill>
                  <a:schemeClr val="bg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9001835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8541" y="401739"/>
            <a:ext cx="4308748" cy="2511648"/>
          </a:xfrm>
          <a:prstGeom prst="rect">
            <a:avLst/>
          </a:prstGeom>
        </p:spPr>
      </p:pic>
      <p:sp>
        <p:nvSpPr>
          <p:cNvPr id="5" name="Título 1"/>
          <p:cNvSpPr txBox="1">
            <a:spLocks/>
          </p:cNvSpPr>
          <p:nvPr/>
        </p:nvSpPr>
        <p:spPr>
          <a:xfrm>
            <a:off x="240012" y="401739"/>
            <a:ext cx="3192301" cy="84323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pt-BR">
                <a:solidFill>
                  <a:srgbClr val="002060"/>
                </a:solidFill>
              </a:rPr>
              <a:t>LESSON FIVE</a:t>
            </a:r>
          </a:p>
        </p:txBody>
      </p:sp>
      <p:sp>
        <p:nvSpPr>
          <p:cNvPr id="6" name="Título 1"/>
          <p:cNvSpPr>
            <a:spLocks noGrp="1"/>
          </p:cNvSpPr>
          <p:nvPr>
            <p:ph type="title"/>
          </p:nvPr>
        </p:nvSpPr>
        <p:spPr>
          <a:xfrm>
            <a:off x="240012" y="1244976"/>
            <a:ext cx="2383918" cy="973680"/>
          </a:xfrm>
        </p:spPr>
        <p:txBody>
          <a:bodyPr/>
          <a:lstStyle/>
          <a:p>
            <a:r>
              <a:rPr lang="pt-BR">
                <a:solidFill>
                  <a:srgbClr val="7030A0"/>
                </a:solidFill>
              </a:rPr>
              <a:t>Verbs</a:t>
            </a:r>
          </a:p>
        </p:txBody>
      </p:sp>
      <p:sp>
        <p:nvSpPr>
          <p:cNvPr id="8" name="Espaço Reservado para Conteúdo 7"/>
          <p:cNvSpPr>
            <a:spLocks noGrp="1"/>
          </p:cNvSpPr>
          <p:nvPr>
            <p:ph idx="1"/>
          </p:nvPr>
        </p:nvSpPr>
        <p:spPr>
          <a:xfrm>
            <a:off x="240011" y="2399576"/>
            <a:ext cx="9169995" cy="4458424"/>
          </a:xfrm>
        </p:spPr>
        <p:txBody>
          <a:bodyPr>
            <a:normAutofit/>
          </a:bodyPr>
          <a:lstStyle/>
          <a:p>
            <a:pPr algn="just"/>
            <a:r>
              <a:rPr lang="en-US" sz="3200" dirty="0">
                <a:solidFill>
                  <a:schemeClr val="bg1"/>
                </a:solidFill>
              </a:rPr>
              <a:t>To</a:t>
            </a:r>
            <a:r>
              <a:rPr lang="pt-BR" sz="3200" dirty="0">
                <a:solidFill>
                  <a:schemeClr val="bg1"/>
                </a:solidFill>
              </a:rPr>
              <a:t> </a:t>
            </a:r>
            <a:r>
              <a:rPr lang="pt-BR" sz="3200" dirty="0" err="1">
                <a:solidFill>
                  <a:schemeClr val="bg1"/>
                </a:solidFill>
              </a:rPr>
              <a:t>need</a:t>
            </a:r>
            <a:r>
              <a:rPr lang="pt-BR" sz="3200" dirty="0">
                <a:solidFill>
                  <a:schemeClr val="bg1"/>
                </a:solidFill>
              </a:rPr>
              <a:t> – </a:t>
            </a:r>
            <a:r>
              <a:rPr lang="en-US" sz="3200" dirty="0">
                <a:solidFill>
                  <a:schemeClr val="bg1"/>
                </a:solidFill>
              </a:rPr>
              <a:t>Needed</a:t>
            </a:r>
            <a:r>
              <a:rPr lang="pt-BR" sz="3200" dirty="0">
                <a:solidFill>
                  <a:schemeClr val="bg1"/>
                </a:solidFill>
              </a:rPr>
              <a:t>/ </a:t>
            </a:r>
            <a:r>
              <a:rPr lang="pt-BR" sz="3200" dirty="0" err="1">
                <a:solidFill>
                  <a:schemeClr val="bg1"/>
                </a:solidFill>
              </a:rPr>
              <a:t>To</a:t>
            </a:r>
            <a:r>
              <a:rPr lang="pt-BR" sz="3200" dirty="0">
                <a:solidFill>
                  <a:schemeClr val="bg1"/>
                </a:solidFill>
              </a:rPr>
              <a:t> </a:t>
            </a:r>
            <a:r>
              <a:rPr lang="pt-BR" sz="3200" dirty="0" err="1">
                <a:solidFill>
                  <a:schemeClr val="bg1"/>
                </a:solidFill>
              </a:rPr>
              <a:t>travel</a:t>
            </a:r>
            <a:r>
              <a:rPr lang="pt-BR" sz="3200" dirty="0">
                <a:solidFill>
                  <a:schemeClr val="bg1"/>
                </a:solidFill>
              </a:rPr>
              <a:t> – </a:t>
            </a:r>
            <a:r>
              <a:rPr lang="pt-BR" sz="3200" dirty="0" err="1">
                <a:solidFill>
                  <a:schemeClr val="bg1"/>
                </a:solidFill>
              </a:rPr>
              <a:t>traveled</a:t>
            </a:r>
            <a:r>
              <a:rPr lang="pt-BR" sz="3200" dirty="0">
                <a:solidFill>
                  <a:schemeClr val="bg1"/>
                </a:solidFill>
              </a:rPr>
              <a:t> – </a:t>
            </a:r>
            <a:r>
              <a:rPr lang="pt-BR" sz="3200" dirty="0" err="1">
                <a:solidFill>
                  <a:schemeClr val="bg1"/>
                </a:solidFill>
              </a:rPr>
              <a:t>To</a:t>
            </a:r>
            <a:r>
              <a:rPr lang="pt-BR" sz="3200" dirty="0">
                <a:solidFill>
                  <a:schemeClr val="bg1"/>
                </a:solidFill>
              </a:rPr>
              <a:t> </a:t>
            </a:r>
            <a:r>
              <a:rPr lang="pt-BR" sz="3200" dirty="0" err="1">
                <a:solidFill>
                  <a:schemeClr val="bg1"/>
                </a:solidFill>
              </a:rPr>
              <a:t>Buy</a:t>
            </a:r>
            <a:r>
              <a:rPr lang="pt-BR" sz="3200" dirty="0">
                <a:solidFill>
                  <a:schemeClr val="bg1"/>
                </a:solidFill>
              </a:rPr>
              <a:t> – </a:t>
            </a:r>
            <a:r>
              <a:rPr lang="pt-BR" sz="3200" dirty="0" err="1">
                <a:solidFill>
                  <a:schemeClr val="bg1"/>
                </a:solidFill>
              </a:rPr>
              <a:t>bought</a:t>
            </a:r>
            <a:r>
              <a:rPr lang="pt-BR" sz="3200" dirty="0">
                <a:solidFill>
                  <a:schemeClr val="bg1"/>
                </a:solidFill>
              </a:rPr>
              <a:t> / </a:t>
            </a:r>
            <a:r>
              <a:rPr lang="pt-BR" sz="3200" dirty="0" err="1">
                <a:solidFill>
                  <a:schemeClr val="bg1"/>
                </a:solidFill>
              </a:rPr>
              <a:t>To</a:t>
            </a:r>
            <a:r>
              <a:rPr lang="pt-BR" sz="3200" dirty="0">
                <a:solidFill>
                  <a:schemeClr val="bg1"/>
                </a:solidFill>
              </a:rPr>
              <a:t> </a:t>
            </a:r>
            <a:r>
              <a:rPr lang="pt-BR" sz="3200" dirty="0" err="1">
                <a:solidFill>
                  <a:schemeClr val="bg1"/>
                </a:solidFill>
              </a:rPr>
              <a:t>sell</a:t>
            </a:r>
            <a:r>
              <a:rPr lang="pt-BR" sz="3200" dirty="0">
                <a:solidFill>
                  <a:schemeClr val="bg1"/>
                </a:solidFill>
              </a:rPr>
              <a:t> – </a:t>
            </a:r>
            <a:r>
              <a:rPr lang="pt-BR" sz="3200" dirty="0" err="1">
                <a:solidFill>
                  <a:schemeClr val="bg1"/>
                </a:solidFill>
              </a:rPr>
              <a:t>sold</a:t>
            </a:r>
            <a:r>
              <a:rPr lang="pt-BR" sz="3200" dirty="0">
                <a:solidFill>
                  <a:schemeClr val="bg1"/>
                </a:solidFill>
              </a:rPr>
              <a:t>  -</a:t>
            </a:r>
            <a:r>
              <a:rPr lang="pt-BR" sz="3200" dirty="0" err="1">
                <a:solidFill>
                  <a:schemeClr val="bg1"/>
                </a:solidFill>
              </a:rPr>
              <a:t>To</a:t>
            </a:r>
            <a:r>
              <a:rPr lang="pt-BR" sz="3200" dirty="0">
                <a:solidFill>
                  <a:schemeClr val="bg1"/>
                </a:solidFill>
              </a:rPr>
              <a:t> </a:t>
            </a:r>
            <a:r>
              <a:rPr lang="pt-BR" sz="3200" dirty="0" err="1">
                <a:solidFill>
                  <a:schemeClr val="bg1"/>
                </a:solidFill>
              </a:rPr>
              <a:t>be</a:t>
            </a:r>
            <a:r>
              <a:rPr lang="pt-BR" sz="3200" dirty="0">
                <a:solidFill>
                  <a:schemeClr val="bg1"/>
                </a:solidFill>
              </a:rPr>
              <a:t> </a:t>
            </a:r>
            <a:r>
              <a:rPr lang="pt-BR" sz="3200" dirty="0" err="1">
                <a:solidFill>
                  <a:schemeClr val="bg1"/>
                </a:solidFill>
              </a:rPr>
              <a:t>was</a:t>
            </a:r>
            <a:r>
              <a:rPr lang="pt-BR" sz="3200" dirty="0">
                <a:solidFill>
                  <a:schemeClr val="bg1"/>
                </a:solidFill>
              </a:rPr>
              <a:t>/</a:t>
            </a:r>
            <a:r>
              <a:rPr lang="pt-BR" sz="3200" dirty="0" err="1">
                <a:solidFill>
                  <a:schemeClr val="bg1"/>
                </a:solidFill>
              </a:rPr>
              <a:t>were</a:t>
            </a:r>
            <a:endParaRPr lang="pt-BR" sz="3200" dirty="0">
              <a:solidFill>
                <a:schemeClr val="bg1"/>
              </a:solidFill>
            </a:endParaRPr>
          </a:p>
          <a:p>
            <a:pPr algn="just"/>
            <a:r>
              <a:rPr lang="pt-BR" sz="3200" dirty="0" err="1">
                <a:solidFill>
                  <a:schemeClr val="bg1"/>
                </a:solidFill>
              </a:rPr>
              <a:t>To</a:t>
            </a:r>
            <a:r>
              <a:rPr lang="pt-BR" sz="3200" dirty="0">
                <a:solidFill>
                  <a:schemeClr val="bg1"/>
                </a:solidFill>
              </a:rPr>
              <a:t> </a:t>
            </a:r>
            <a:r>
              <a:rPr lang="pt-BR" sz="3200" dirty="0" err="1">
                <a:solidFill>
                  <a:schemeClr val="bg1"/>
                </a:solidFill>
              </a:rPr>
              <a:t>like</a:t>
            </a:r>
            <a:r>
              <a:rPr lang="pt-BR" sz="3200" dirty="0">
                <a:solidFill>
                  <a:schemeClr val="bg1"/>
                </a:solidFill>
              </a:rPr>
              <a:t> –</a:t>
            </a:r>
            <a:r>
              <a:rPr lang="pt-BR" sz="3200" dirty="0" err="1">
                <a:solidFill>
                  <a:schemeClr val="bg1"/>
                </a:solidFill>
              </a:rPr>
              <a:t>liked</a:t>
            </a:r>
            <a:r>
              <a:rPr lang="pt-BR" sz="3200" dirty="0">
                <a:solidFill>
                  <a:schemeClr val="bg1"/>
                </a:solidFill>
              </a:rPr>
              <a:t>/ </a:t>
            </a:r>
            <a:r>
              <a:rPr lang="pt-BR" sz="3200" dirty="0" err="1">
                <a:solidFill>
                  <a:schemeClr val="bg1"/>
                </a:solidFill>
              </a:rPr>
              <a:t>To</a:t>
            </a:r>
            <a:r>
              <a:rPr lang="pt-BR" sz="3200" dirty="0">
                <a:solidFill>
                  <a:schemeClr val="bg1"/>
                </a:solidFill>
              </a:rPr>
              <a:t> </a:t>
            </a:r>
            <a:r>
              <a:rPr lang="pt-BR" sz="3200" dirty="0" err="1">
                <a:solidFill>
                  <a:schemeClr val="bg1"/>
                </a:solidFill>
              </a:rPr>
              <a:t>sleep</a:t>
            </a:r>
            <a:r>
              <a:rPr lang="pt-BR" sz="3200" dirty="0">
                <a:solidFill>
                  <a:schemeClr val="bg1"/>
                </a:solidFill>
              </a:rPr>
              <a:t>–</a:t>
            </a:r>
            <a:r>
              <a:rPr lang="pt-BR" sz="3200" dirty="0" err="1">
                <a:solidFill>
                  <a:schemeClr val="bg1"/>
                </a:solidFill>
              </a:rPr>
              <a:t>slept</a:t>
            </a:r>
            <a:r>
              <a:rPr lang="pt-BR" sz="3200" dirty="0">
                <a:solidFill>
                  <a:schemeClr val="bg1"/>
                </a:solidFill>
              </a:rPr>
              <a:t>– </a:t>
            </a:r>
            <a:r>
              <a:rPr lang="pt-BR" sz="3200" dirty="0" err="1">
                <a:solidFill>
                  <a:schemeClr val="bg1"/>
                </a:solidFill>
              </a:rPr>
              <a:t>To</a:t>
            </a:r>
            <a:r>
              <a:rPr lang="pt-BR" sz="3200" dirty="0">
                <a:solidFill>
                  <a:schemeClr val="bg1"/>
                </a:solidFill>
              </a:rPr>
              <a:t> start -</a:t>
            </a:r>
            <a:r>
              <a:rPr lang="pt-BR" sz="3200" dirty="0" err="1">
                <a:solidFill>
                  <a:schemeClr val="bg1"/>
                </a:solidFill>
              </a:rPr>
              <a:t>started</a:t>
            </a:r>
            <a:r>
              <a:rPr lang="pt-BR" sz="3200" dirty="0">
                <a:solidFill>
                  <a:schemeClr val="bg1"/>
                </a:solidFill>
              </a:rPr>
              <a:t> / </a:t>
            </a:r>
            <a:r>
              <a:rPr lang="pt-BR" sz="3200" dirty="0" err="1">
                <a:solidFill>
                  <a:schemeClr val="bg1"/>
                </a:solidFill>
              </a:rPr>
              <a:t>To</a:t>
            </a:r>
            <a:r>
              <a:rPr lang="pt-BR" sz="3200" dirty="0">
                <a:solidFill>
                  <a:schemeClr val="bg1"/>
                </a:solidFill>
              </a:rPr>
              <a:t> </a:t>
            </a:r>
            <a:r>
              <a:rPr lang="pt-BR" sz="3200" dirty="0" err="1">
                <a:solidFill>
                  <a:schemeClr val="bg1"/>
                </a:solidFill>
              </a:rPr>
              <a:t>finish</a:t>
            </a:r>
            <a:r>
              <a:rPr lang="pt-BR" sz="3200" dirty="0">
                <a:solidFill>
                  <a:schemeClr val="bg1"/>
                </a:solidFill>
              </a:rPr>
              <a:t> –</a:t>
            </a:r>
            <a:r>
              <a:rPr lang="pt-BR" sz="3200" dirty="0" err="1">
                <a:solidFill>
                  <a:schemeClr val="bg1"/>
                </a:solidFill>
              </a:rPr>
              <a:t>to</a:t>
            </a:r>
            <a:r>
              <a:rPr lang="pt-BR" sz="3200" dirty="0">
                <a:solidFill>
                  <a:schemeClr val="bg1"/>
                </a:solidFill>
              </a:rPr>
              <a:t> </a:t>
            </a:r>
            <a:r>
              <a:rPr lang="pt-BR" sz="3200" dirty="0" err="1">
                <a:solidFill>
                  <a:schemeClr val="bg1"/>
                </a:solidFill>
              </a:rPr>
              <a:t>finished</a:t>
            </a:r>
            <a:endParaRPr lang="pt-BR" sz="3200" dirty="0">
              <a:solidFill>
                <a:schemeClr val="bg1"/>
              </a:solidFill>
            </a:endParaRPr>
          </a:p>
          <a:p>
            <a:pPr algn="just"/>
            <a:r>
              <a:rPr lang="pt-BR" sz="3200" dirty="0" err="1">
                <a:solidFill>
                  <a:schemeClr val="bg1"/>
                </a:solidFill>
              </a:rPr>
              <a:t>To</a:t>
            </a:r>
            <a:r>
              <a:rPr lang="pt-BR" sz="3200" dirty="0">
                <a:solidFill>
                  <a:schemeClr val="bg1"/>
                </a:solidFill>
              </a:rPr>
              <a:t> </a:t>
            </a:r>
            <a:r>
              <a:rPr lang="pt-BR" sz="3200" dirty="0" err="1">
                <a:solidFill>
                  <a:schemeClr val="bg1"/>
                </a:solidFill>
              </a:rPr>
              <a:t>meet</a:t>
            </a:r>
            <a:r>
              <a:rPr lang="pt-BR" sz="3200" dirty="0">
                <a:solidFill>
                  <a:schemeClr val="bg1"/>
                </a:solidFill>
              </a:rPr>
              <a:t>–</a:t>
            </a:r>
            <a:r>
              <a:rPr lang="pt-BR" sz="3200" dirty="0" err="1">
                <a:solidFill>
                  <a:schemeClr val="bg1"/>
                </a:solidFill>
              </a:rPr>
              <a:t>met</a:t>
            </a:r>
            <a:r>
              <a:rPr lang="pt-BR" sz="3200" dirty="0">
                <a:solidFill>
                  <a:schemeClr val="bg1"/>
                </a:solidFill>
              </a:rPr>
              <a:t>/ </a:t>
            </a:r>
            <a:r>
              <a:rPr lang="pt-BR" sz="3200" dirty="0" err="1">
                <a:solidFill>
                  <a:schemeClr val="bg1"/>
                </a:solidFill>
              </a:rPr>
              <a:t>To</a:t>
            </a:r>
            <a:r>
              <a:rPr lang="pt-BR" sz="3200" dirty="0">
                <a:solidFill>
                  <a:schemeClr val="bg1"/>
                </a:solidFill>
              </a:rPr>
              <a:t> </a:t>
            </a:r>
            <a:r>
              <a:rPr lang="pt-BR" sz="3200" dirty="0" err="1">
                <a:solidFill>
                  <a:schemeClr val="bg1"/>
                </a:solidFill>
              </a:rPr>
              <a:t>speak</a:t>
            </a:r>
            <a:r>
              <a:rPr lang="pt-BR" sz="3200" dirty="0">
                <a:solidFill>
                  <a:schemeClr val="bg1"/>
                </a:solidFill>
              </a:rPr>
              <a:t>–</a:t>
            </a:r>
            <a:r>
              <a:rPr lang="pt-BR" sz="3200" dirty="0" err="1">
                <a:solidFill>
                  <a:schemeClr val="bg1"/>
                </a:solidFill>
              </a:rPr>
              <a:t>spoke</a:t>
            </a:r>
            <a:r>
              <a:rPr lang="pt-BR" sz="3200" dirty="0">
                <a:solidFill>
                  <a:schemeClr val="bg1"/>
                </a:solidFill>
              </a:rPr>
              <a:t>/ </a:t>
            </a:r>
            <a:r>
              <a:rPr lang="pt-BR" sz="3200" dirty="0" err="1">
                <a:solidFill>
                  <a:schemeClr val="bg1"/>
                </a:solidFill>
              </a:rPr>
              <a:t>To</a:t>
            </a:r>
            <a:r>
              <a:rPr lang="pt-BR" sz="3200" dirty="0">
                <a:solidFill>
                  <a:schemeClr val="bg1"/>
                </a:solidFill>
              </a:rPr>
              <a:t> help -</a:t>
            </a:r>
            <a:r>
              <a:rPr lang="pt-BR" sz="3200" dirty="0" err="1">
                <a:solidFill>
                  <a:schemeClr val="bg1"/>
                </a:solidFill>
              </a:rPr>
              <a:t>helped</a:t>
            </a:r>
            <a:r>
              <a:rPr lang="pt-BR" sz="3200" dirty="0">
                <a:solidFill>
                  <a:schemeClr val="bg1"/>
                </a:solidFill>
              </a:rPr>
              <a:t> / </a:t>
            </a:r>
            <a:r>
              <a:rPr lang="pt-BR" sz="3200" dirty="0" err="1">
                <a:solidFill>
                  <a:schemeClr val="bg1"/>
                </a:solidFill>
              </a:rPr>
              <a:t>To</a:t>
            </a:r>
            <a:r>
              <a:rPr lang="pt-BR" sz="3200" dirty="0">
                <a:solidFill>
                  <a:schemeClr val="bg1"/>
                </a:solidFill>
              </a:rPr>
              <a:t> </a:t>
            </a:r>
            <a:r>
              <a:rPr lang="pt-BR" sz="3200" dirty="0" err="1">
                <a:solidFill>
                  <a:schemeClr val="bg1"/>
                </a:solidFill>
              </a:rPr>
              <a:t>call</a:t>
            </a:r>
            <a:r>
              <a:rPr lang="pt-BR" sz="3200" dirty="0">
                <a:solidFill>
                  <a:schemeClr val="bg1"/>
                </a:solidFill>
              </a:rPr>
              <a:t>–</a:t>
            </a:r>
            <a:r>
              <a:rPr lang="pt-BR" sz="3200" dirty="0" err="1">
                <a:solidFill>
                  <a:schemeClr val="bg1"/>
                </a:solidFill>
              </a:rPr>
              <a:t>called</a:t>
            </a:r>
            <a:endParaRPr lang="pt-BR" sz="3200" dirty="0">
              <a:solidFill>
                <a:schemeClr val="bg1"/>
              </a:solidFill>
            </a:endParaRPr>
          </a:p>
          <a:p>
            <a:pPr algn="just"/>
            <a:r>
              <a:rPr lang="en-US" sz="3200" dirty="0">
                <a:solidFill>
                  <a:schemeClr val="bg1"/>
                </a:solidFill>
              </a:rPr>
              <a:t>To</a:t>
            </a:r>
            <a:r>
              <a:rPr lang="pt-BR" sz="3200" dirty="0">
                <a:solidFill>
                  <a:schemeClr val="bg1"/>
                </a:solidFill>
              </a:rPr>
              <a:t> play–</a:t>
            </a:r>
            <a:r>
              <a:rPr lang="en-US" sz="3200" dirty="0">
                <a:solidFill>
                  <a:schemeClr val="bg1"/>
                </a:solidFill>
              </a:rPr>
              <a:t>played</a:t>
            </a:r>
            <a:r>
              <a:rPr lang="pt-BR" sz="3200" dirty="0">
                <a:solidFill>
                  <a:schemeClr val="bg1"/>
                </a:solidFill>
              </a:rPr>
              <a:t>/</a:t>
            </a:r>
            <a:r>
              <a:rPr lang="pt-BR" sz="3200" dirty="0" err="1">
                <a:solidFill>
                  <a:schemeClr val="bg1"/>
                </a:solidFill>
              </a:rPr>
              <a:t>To</a:t>
            </a:r>
            <a:r>
              <a:rPr lang="pt-BR" sz="3200" dirty="0">
                <a:solidFill>
                  <a:schemeClr val="bg1"/>
                </a:solidFill>
              </a:rPr>
              <a:t> close– </a:t>
            </a:r>
            <a:r>
              <a:rPr lang="pt-BR" sz="3200" dirty="0" err="1">
                <a:solidFill>
                  <a:schemeClr val="bg1"/>
                </a:solidFill>
              </a:rPr>
              <a:t>closed</a:t>
            </a:r>
            <a:r>
              <a:rPr lang="pt-BR" sz="3200" dirty="0">
                <a:solidFill>
                  <a:schemeClr val="bg1"/>
                </a:solidFill>
              </a:rPr>
              <a:t>/ </a:t>
            </a:r>
            <a:r>
              <a:rPr lang="pt-BR" sz="3200" dirty="0" err="1">
                <a:solidFill>
                  <a:schemeClr val="bg1"/>
                </a:solidFill>
              </a:rPr>
              <a:t>To</a:t>
            </a:r>
            <a:r>
              <a:rPr lang="pt-BR" sz="3200" dirty="0">
                <a:solidFill>
                  <a:schemeClr val="bg1"/>
                </a:solidFill>
              </a:rPr>
              <a:t> open– </a:t>
            </a:r>
            <a:r>
              <a:rPr lang="pt-BR" sz="3200" dirty="0" err="1">
                <a:solidFill>
                  <a:schemeClr val="bg1"/>
                </a:solidFill>
              </a:rPr>
              <a:t>opened</a:t>
            </a:r>
            <a:r>
              <a:rPr lang="pt-BR" sz="3200" dirty="0">
                <a:solidFill>
                  <a:schemeClr val="bg1"/>
                </a:solidFill>
              </a:rPr>
              <a:t>-</a:t>
            </a:r>
          </a:p>
          <a:p>
            <a:pPr algn="just"/>
            <a:endParaRPr lang="pt-BR" sz="3200" dirty="0">
              <a:solidFill>
                <a:schemeClr val="bg1"/>
              </a:solidFill>
            </a:endParaRPr>
          </a:p>
        </p:txBody>
      </p:sp>
      <p:sp>
        <p:nvSpPr>
          <p:cNvPr id="2" name="CaixaDeTexto 1"/>
          <p:cNvSpPr txBox="1"/>
          <p:nvPr/>
        </p:nvSpPr>
        <p:spPr>
          <a:xfrm>
            <a:off x="3304487" y="1195898"/>
            <a:ext cx="173957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600" dirty="0">
                <a:solidFill>
                  <a:srgbClr val="FFFF00"/>
                </a:solidFill>
              </a:rPr>
              <a:t>REVIEW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520806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8541" y="401739"/>
            <a:ext cx="4308748" cy="2511648"/>
          </a:xfrm>
          <a:prstGeom prst="rect">
            <a:avLst/>
          </a:prstGeom>
        </p:spPr>
      </p:pic>
      <p:sp>
        <p:nvSpPr>
          <p:cNvPr id="5" name="Título 1"/>
          <p:cNvSpPr txBox="1">
            <a:spLocks/>
          </p:cNvSpPr>
          <p:nvPr/>
        </p:nvSpPr>
        <p:spPr>
          <a:xfrm>
            <a:off x="240012" y="401739"/>
            <a:ext cx="3192301" cy="66506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pt-BR" dirty="0">
                <a:solidFill>
                  <a:srgbClr val="002060"/>
                </a:solidFill>
              </a:rPr>
              <a:t>LESSON FIVE</a:t>
            </a:r>
          </a:p>
          <a:p>
            <a:endParaRPr lang="pt-BR" dirty="0">
              <a:solidFill>
                <a:srgbClr val="002060"/>
              </a:solidFill>
            </a:endParaRPr>
          </a:p>
          <a:p>
            <a:endParaRPr lang="pt-BR" dirty="0">
              <a:solidFill>
                <a:srgbClr val="002060"/>
              </a:solidFill>
            </a:endParaRPr>
          </a:p>
          <a:p>
            <a:endParaRPr lang="pt-BR" dirty="0">
              <a:solidFill>
                <a:srgbClr val="002060"/>
              </a:solidFill>
            </a:endParaRPr>
          </a:p>
        </p:txBody>
      </p:sp>
      <p:sp>
        <p:nvSpPr>
          <p:cNvPr id="10" name="Título 1"/>
          <p:cNvSpPr>
            <a:spLocks noGrp="1"/>
          </p:cNvSpPr>
          <p:nvPr>
            <p:ph type="title"/>
          </p:nvPr>
        </p:nvSpPr>
        <p:spPr>
          <a:xfrm>
            <a:off x="147247" y="1486397"/>
            <a:ext cx="2558755" cy="843237"/>
          </a:xfrm>
        </p:spPr>
        <p:txBody>
          <a:bodyPr>
            <a:normAutofit fontScale="90000"/>
          </a:bodyPr>
          <a:lstStyle/>
          <a:p>
            <a:r>
              <a:rPr lang="pt-BR" sz="3200" dirty="0">
                <a:solidFill>
                  <a:srgbClr val="7030A0"/>
                </a:solidFill>
              </a:rPr>
              <a:t>VOCABULARY</a:t>
            </a:r>
          </a:p>
        </p:txBody>
      </p:sp>
      <p:sp>
        <p:nvSpPr>
          <p:cNvPr id="11" name="Título 1"/>
          <p:cNvSpPr txBox="1">
            <a:spLocks/>
          </p:cNvSpPr>
          <p:nvPr/>
        </p:nvSpPr>
        <p:spPr>
          <a:xfrm>
            <a:off x="240012" y="4644276"/>
            <a:ext cx="8596668" cy="75762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endParaRPr lang="pt-BR" sz="3200">
              <a:solidFill>
                <a:srgbClr val="7030A0"/>
              </a:solidFill>
            </a:endParaRPr>
          </a:p>
        </p:txBody>
      </p:sp>
      <p:sp>
        <p:nvSpPr>
          <p:cNvPr id="6" name="Espaço Reservado para Conteúdo 2"/>
          <p:cNvSpPr>
            <a:spLocks noGrp="1"/>
          </p:cNvSpPr>
          <p:nvPr>
            <p:ph idx="1"/>
          </p:nvPr>
        </p:nvSpPr>
        <p:spPr>
          <a:xfrm>
            <a:off x="147247" y="2329634"/>
            <a:ext cx="8596668" cy="4321336"/>
          </a:xfrm>
        </p:spPr>
        <p:txBody>
          <a:bodyPr>
            <a:noAutofit/>
          </a:bodyPr>
          <a:lstStyle/>
          <a:p>
            <a:pPr algn="just"/>
            <a:r>
              <a:rPr lang="pt-BR" sz="2000" dirty="0" err="1">
                <a:solidFill>
                  <a:schemeClr val="bg1"/>
                </a:solidFill>
              </a:rPr>
              <a:t>Coat</a:t>
            </a:r>
            <a:r>
              <a:rPr lang="pt-BR" sz="2000" dirty="0">
                <a:solidFill>
                  <a:schemeClr val="bg1"/>
                </a:solidFill>
              </a:rPr>
              <a:t>; </a:t>
            </a:r>
            <a:r>
              <a:rPr lang="pt-BR" sz="2000" dirty="0" err="1">
                <a:solidFill>
                  <a:schemeClr val="bg1"/>
                </a:solidFill>
              </a:rPr>
              <a:t>shirt</a:t>
            </a:r>
            <a:r>
              <a:rPr lang="pt-BR" sz="2000" dirty="0">
                <a:solidFill>
                  <a:schemeClr val="bg1"/>
                </a:solidFill>
              </a:rPr>
              <a:t>; </a:t>
            </a:r>
            <a:r>
              <a:rPr lang="pt-BR" sz="2000" dirty="0" err="1">
                <a:solidFill>
                  <a:schemeClr val="bg1"/>
                </a:solidFill>
              </a:rPr>
              <a:t>neighbor</a:t>
            </a:r>
            <a:r>
              <a:rPr lang="pt-BR" sz="2000" dirty="0">
                <a:solidFill>
                  <a:schemeClr val="bg1"/>
                </a:solidFill>
              </a:rPr>
              <a:t>; </a:t>
            </a:r>
            <a:r>
              <a:rPr lang="pt-BR" sz="2000" dirty="0" err="1">
                <a:solidFill>
                  <a:schemeClr val="bg1"/>
                </a:solidFill>
              </a:rPr>
              <a:t>kitchen</a:t>
            </a:r>
            <a:r>
              <a:rPr lang="pt-BR" sz="2000" dirty="0">
                <a:solidFill>
                  <a:schemeClr val="bg1"/>
                </a:solidFill>
              </a:rPr>
              <a:t>; </a:t>
            </a:r>
            <a:r>
              <a:rPr lang="pt-BR" sz="2000" dirty="0" err="1">
                <a:solidFill>
                  <a:schemeClr val="bg1"/>
                </a:solidFill>
              </a:rPr>
              <a:t>furniture</a:t>
            </a:r>
            <a:r>
              <a:rPr lang="pt-BR" sz="2000" dirty="0">
                <a:solidFill>
                  <a:schemeClr val="bg1"/>
                </a:solidFill>
              </a:rPr>
              <a:t>; box; </a:t>
            </a:r>
            <a:r>
              <a:rPr lang="pt-BR" sz="2000" dirty="0" err="1">
                <a:solidFill>
                  <a:schemeClr val="bg1"/>
                </a:solidFill>
              </a:rPr>
              <a:t>peach</a:t>
            </a:r>
            <a:r>
              <a:rPr lang="pt-BR" sz="2000" dirty="0">
                <a:solidFill>
                  <a:schemeClr val="bg1"/>
                </a:solidFill>
              </a:rPr>
              <a:t>; </a:t>
            </a:r>
            <a:r>
              <a:rPr lang="pt-BR" sz="2000" dirty="0" err="1">
                <a:solidFill>
                  <a:schemeClr val="bg1"/>
                </a:solidFill>
              </a:rPr>
              <a:t>turkey</a:t>
            </a:r>
            <a:r>
              <a:rPr lang="pt-BR" sz="2000" dirty="0">
                <a:solidFill>
                  <a:schemeClr val="bg1"/>
                </a:solidFill>
              </a:rPr>
              <a:t>; </a:t>
            </a:r>
            <a:r>
              <a:rPr lang="pt-BR" sz="2000" dirty="0" err="1">
                <a:solidFill>
                  <a:schemeClr val="bg1"/>
                </a:solidFill>
              </a:rPr>
              <a:t>tall</a:t>
            </a:r>
            <a:r>
              <a:rPr lang="pt-BR" sz="2000" dirty="0">
                <a:solidFill>
                  <a:schemeClr val="bg1"/>
                </a:solidFill>
              </a:rPr>
              <a:t>; short; </a:t>
            </a:r>
            <a:r>
              <a:rPr lang="pt-BR" sz="2000" dirty="0" err="1">
                <a:solidFill>
                  <a:schemeClr val="bg1"/>
                </a:solidFill>
              </a:rPr>
              <a:t>tired</a:t>
            </a:r>
            <a:r>
              <a:rPr lang="pt-BR" sz="2000" dirty="0">
                <a:solidFill>
                  <a:schemeClr val="bg1"/>
                </a:solidFill>
              </a:rPr>
              <a:t>; </a:t>
            </a:r>
            <a:r>
              <a:rPr lang="pt-BR" sz="2000" dirty="0" err="1">
                <a:solidFill>
                  <a:schemeClr val="bg1"/>
                </a:solidFill>
              </a:rPr>
              <a:t>married</a:t>
            </a:r>
            <a:r>
              <a:rPr lang="pt-BR" sz="2000" dirty="0">
                <a:solidFill>
                  <a:schemeClr val="bg1"/>
                </a:solidFill>
              </a:rPr>
              <a:t>, single; </a:t>
            </a:r>
            <a:r>
              <a:rPr lang="pt-BR" sz="2000" dirty="0" err="1">
                <a:solidFill>
                  <a:schemeClr val="bg1"/>
                </a:solidFill>
              </a:rPr>
              <a:t>Brazilian</a:t>
            </a:r>
            <a:r>
              <a:rPr lang="pt-BR" sz="2000" dirty="0">
                <a:solidFill>
                  <a:schemeClr val="bg1"/>
                </a:solidFill>
              </a:rPr>
              <a:t>; American; </a:t>
            </a:r>
            <a:r>
              <a:rPr lang="pt-BR" sz="2000" dirty="0" err="1">
                <a:solidFill>
                  <a:schemeClr val="bg1"/>
                </a:solidFill>
              </a:rPr>
              <a:t>happy</a:t>
            </a:r>
            <a:r>
              <a:rPr lang="pt-BR" sz="2000" dirty="0">
                <a:solidFill>
                  <a:schemeClr val="bg1"/>
                </a:solidFill>
              </a:rPr>
              <a:t>; </a:t>
            </a:r>
            <a:r>
              <a:rPr lang="pt-BR" sz="2000" dirty="0" err="1">
                <a:solidFill>
                  <a:schemeClr val="bg1"/>
                </a:solidFill>
              </a:rPr>
              <a:t>sad</a:t>
            </a:r>
            <a:r>
              <a:rPr lang="pt-BR" sz="2000" dirty="0">
                <a:solidFill>
                  <a:schemeClr val="bg1"/>
                </a:solidFill>
              </a:rPr>
              <a:t>; </a:t>
            </a:r>
            <a:r>
              <a:rPr lang="pt-BR" sz="2000" dirty="0" err="1">
                <a:solidFill>
                  <a:schemeClr val="bg1"/>
                </a:solidFill>
              </a:rPr>
              <a:t>slow</a:t>
            </a:r>
            <a:r>
              <a:rPr lang="pt-BR" sz="2000" dirty="0">
                <a:solidFill>
                  <a:schemeClr val="bg1"/>
                </a:solidFill>
              </a:rPr>
              <a:t>; </a:t>
            </a:r>
            <a:r>
              <a:rPr lang="pt-BR" sz="2000" dirty="0" err="1">
                <a:solidFill>
                  <a:schemeClr val="bg1"/>
                </a:solidFill>
              </a:rPr>
              <a:t>fast</a:t>
            </a:r>
            <a:r>
              <a:rPr lang="pt-BR" sz="2000" dirty="0">
                <a:solidFill>
                  <a:schemeClr val="bg1"/>
                </a:solidFill>
              </a:rPr>
              <a:t>; </a:t>
            </a:r>
            <a:r>
              <a:rPr lang="pt-BR" sz="2000" dirty="0" err="1">
                <a:solidFill>
                  <a:schemeClr val="bg1"/>
                </a:solidFill>
              </a:rPr>
              <a:t>old</a:t>
            </a:r>
            <a:r>
              <a:rPr lang="pt-BR" sz="2000" dirty="0">
                <a:solidFill>
                  <a:schemeClr val="bg1"/>
                </a:solidFill>
              </a:rPr>
              <a:t>; </a:t>
            </a:r>
            <a:r>
              <a:rPr lang="pt-BR" sz="2000" dirty="0" err="1">
                <a:solidFill>
                  <a:schemeClr val="bg1"/>
                </a:solidFill>
              </a:rPr>
              <a:t>information</a:t>
            </a:r>
            <a:r>
              <a:rPr lang="pt-BR" sz="2000" dirty="0">
                <a:solidFill>
                  <a:schemeClr val="bg1"/>
                </a:solidFill>
              </a:rPr>
              <a:t>; </a:t>
            </a:r>
            <a:r>
              <a:rPr lang="pt-BR" sz="2000" dirty="0" err="1">
                <a:solidFill>
                  <a:schemeClr val="bg1"/>
                </a:solidFill>
              </a:rPr>
              <a:t>end</a:t>
            </a:r>
            <a:r>
              <a:rPr lang="pt-BR" sz="2000" dirty="0">
                <a:solidFill>
                  <a:schemeClr val="bg1"/>
                </a:solidFill>
              </a:rPr>
              <a:t>; </a:t>
            </a:r>
            <a:r>
              <a:rPr lang="pt-BR" sz="2000" dirty="0" err="1">
                <a:solidFill>
                  <a:schemeClr val="bg1"/>
                </a:solidFill>
              </a:rPr>
              <a:t>price</a:t>
            </a:r>
            <a:r>
              <a:rPr lang="pt-BR" sz="2000" dirty="0">
                <a:solidFill>
                  <a:schemeClr val="bg1"/>
                </a:solidFill>
              </a:rPr>
              <a:t>; </a:t>
            </a:r>
            <a:r>
              <a:rPr lang="pt-BR" sz="2000" dirty="0" err="1">
                <a:solidFill>
                  <a:schemeClr val="bg1"/>
                </a:solidFill>
              </a:rPr>
              <a:t>accident</a:t>
            </a:r>
            <a:r>
              <a:rPr lang="pt-BR" sz="2000" dirty="0">
                <a:solidFill>
                  <a:schemeClr val="bg1"/>
                </a:solidFill>
              </a:rPr>
              <a:t>; </a:t>
            </a:r>
            <a:r>
              <a:rPr lang="pt-BR" sz="2000" dirty="0" err="1">
                <a:solidFill>
                  <a:schemeClr val="bg1"/>
                </a:solidFill>
              </a:rPr>
              <a:t>his</a:t>
            </a:r>
            <a:r>
              <a:rPr lang="pt-BR" sz="2000" dirty="0">
                <a:solidFill>
                  <a:schemeClr val="bg1"/>
                </a:solidFill>
              </a:rPr>
              <a:t>; </a:t>
            </a:r>
            <a:r>
              <a:rPr lang="pt-BR" sz="2000" dirty="0" err="1">
                <a:solidFill>
                  <a:schemeClr val="bg1"/>
                </a:solidFill>
              </a:rPr>
              <a:t>her</a:t>
            </a:r>
            <a:r>
              <a:rPr lang="pt-BR" sz="2000" dirty="0">
                <a:solidFill>
                  <a:schemeClr val="bg1"/>
                </a:solidFill>
              </a:rPr>
              <a:t>; its; </a:t>
            </a:r>
            <a:r>
              <a:rPr lang="pt-BR" sz="2000" dirty="0" err="1">
                <a:solidFill>
                  <a:schemeClr val="bg1"/>
                </a:solidFill>
              </a:rPr>
              <a:t>our</a:t>
            </a:r>
            <a:r>
              <a:rPr lang="pt-BR" sz="2000" dirty="0">
                <a:solidFill>
                  <a:schemeClr val="bg1"/>
                </a:solidFill>
              </a:rPr>
              <a:t>; </a:t>
            </a:r>
            <a:r>
              <a:rPr lang="pt-BR" sz="2000" dirty="0" err="1">
                <a:solidFill>
                  <a:schemeClr val="bg1"/>
                </a:solidFill>
              </a:rPr>
              <a:t>your</a:t>
            </a:r>
            <a:r>
              <a:rPr lang="pt-BR" sz="2000" dirty="0">
                <a:solidFill>
                  <a:schemeClr val="bg1"/>
                </a:solidFill>
              </a:rPr>
              <a:t>; </a:t>
            </a:r>
            <a:r>
              <a:rPr lang="pt-BR" sz="2000" dirty="0" err="1">
                <a:solidFill>
                  <a:schemeClr val="bg1"/>
                </a:solidFill>
              </a:rPr>
              <a:t>their</a:t>
            </a:r>
            <a:r>
              <a:rPr lang="pt-BR" sz="2000" dirty="0">
                <a:solidFill>
                  <a:schemeClr val="bg1"/>
                </a:solidFill>
              </a:rPr>
              <a:t>.</a:t>
            </a:r>
            <a:r>
              <a:rPr lang="pt-BR" sz="2000" dirty="0"/>
              <a:t>.</a:t>
            </a:r>
          </a:p>
          <a:p>
            <a:pPr algn="just"/>
            <a:r>
              <a:rPr lang="pt-BR" sz="2000" dirty="0" err="1">
                <a:solidFill>
                  <a:schemeClr val="bg1"/>
                </a:solidFill>
              </a:rPr>
              <a:t>Healthy</a:t>
            </a:r>
            <a:r>
              <a:rPr lang="pt-BR" sz="2000" dirty="0">
                <a:solidFill>
                  <a:schemeClr val="bg1"/>
                </a:solidFill>
              </a:rPr>
              <a:t>; </a:t>
            </a:r>
            <a:r>
              <a:rPr lang="pt-BR" sz="2000" dirty="0" err="1">
                <a:solidFill>
                  <a:schemeClr val="bg1"/>
                </a:solidFill>
              </a:rPr>
              <a:t>sick</a:t>
            </a:r>
            <a:r>
              <a:rPr lang="pt-BR" sz="2000" dirty="0">
                <a:solidFill>
                  <a:schemeClr val="bg1"/>
                </a:solidFill>
              </a:rPr>
              <a:t>; </a:t>
            </a:r>
            <a:r>
              <a:rPr lang="pt-BR" sz="2000" dirty="0" err="1">
                <a:solidFill>
                  <a:schemeClr val="bg1"/>
                </a:solidFill>
              </a:rPr>
              <a:t>fever</a:t>
            </a:r>
            <a:r>
              <a:rPr lang="pt-BR" sz="2000" dirty="0">
                <a:solidFill>
                  <a:schemeClr val="bg1"/>
                </a:solidFill>
              </a:rPr>
              <a:t>; </a:t>
            </a:r>
            <a:r>
              <a:rPr lang="pt-BR" sz="2000" dirty="0" err="1">
                <a:solidFill>
                  <a:schemeClr val="bg1"/>
                </a:solidFill>
              </a:rPr>
              <a:t>exercise</a:t>
            </a:r>
            <a:r>
              <a:rPr lang="pt-BR" sz="2000" dirty="0">
                <a:solidFill>
                  <a:schemeClr val="bg1"/>
                </a:solidFill>
              </a:rPr>
              <a:t>; </a:t>
            </a:r>
            <a:r>
              <a:rPr lang="pt-BR" sz="2000" dirty="0" err="1">
                <a:solidFill>
                  <a:schemeClr val="bg1"/>
                </a:solidFill>
              </a:rPr>
              <a:t>very</a:t>
            </a:r>
            <a:r>
              <a:rPr lang="pt-BR" sz="2000" dirty="0">
                <a:solidFill>
                  <a:schemeClr val="bg1"/>
                </a:solidFill>
              </a:rPr>
              <a:t> </a:t>
            </a:r>
            <a:r>
              <a:rPr lang="pt-BR" sz="2000" dirty="0" err="1">
                <a:solidFill>
                  <a:schemeClr val="bg1"/>
                </a:solidFill>
              </a:rPr>
              <a:t>weel</a:t>
            </a:r>
            <a:r>
              <a:rPr lang="pt-BR" sz="2000" dirty="0">
                <a:solidFill>
                  <a:schemeClr val="bg1"/>
                </a:solidFill>
              </a:rPr>
              <a:t>; </a:t>
            </a:r>
            <a:r>
              <a:rPr lang="pt-BR" sz="2000" dirty="0" err="1">
                <a:solidFill>
                  <a:schemeClr val="bg1"/>
                </a:solidFill>
              </a:rPr>
              <a:t>rich</a:t>
            </a:r>
            <a:r>
              <a:rPr lang="pt-BR" sz="2000" dirty="0">
                <a:solidFill>
                  <a:schemeClr val="bg1"/>
                </a:solidFill>
              </a:rPr>
              <a:t>; </a:t>
            </a:r>
            <a:r>
              <a:rPr lang="pt-BR" sz="2000" dirty="0" err="1">
                <a:solidFill>
                  <a:schemeClr val="bg1"/>
                </a:solidFill>
              </a:rPr>
              <a:t>poor</a:t>
            </a:r>
            <a:r>
              <a:rPr lang="pt-BR" sz="2000" dirty="0">
                <a:solidFill>
                  <a:schemeClr val="bg1"/>
                </a:solidFill>
              </a:rPr>
              <a:t>; </a:t>
            </a:r>
            <a:r>
              <a:rPr lang="pt-BR" sz="2000" dirty="0" err="1">
                <a:solidFill>
                  <a:schemeClr val="bg1"/>
                </a:solidFill>
              </a:rPr>
              <a:t>difficult</a:t>
            </a:r>
            <a:r>
              <a:rPr lang="pt-BR" sz="2000" dirty="0">
                <a:solidFill>
                  <a:schemeClr val="bg1"/>
                </a:solidFill>
              </a:rPr>
              <a:t>; </a:t>
            </a:r>
            <a:r>
              <a:rPr lang="pt-BR" sz="2000" dirty="0" err="1">
                <a:solidFill>
                  <a:schemeClr val="bg1"/>
                </a:solidFill>
              </a:rPr>
              <a:t>easy</a:t>
            </a:r>
            <a:r>
              <a:rPr lang="pt-BR" sz="2000" dirty="0">
                <a:solidFill>
                  <a:schemeClr val="bg1"/>
                </a:solidFill>
              </a:rPr>
              <a:t>; </a:t>
            </a:r>
            <a:r>
              <a:rPr lang="pt-BR" sz="2000" dirty="0" err="1">
                <a:solidFill>
                  <a:schemeClr val="bg1"/>
                </a:solidFill>
              </a:rPr>
              <a:t>already</a:t>
            </a:r>
            <a:r>
              <a:rPr lang="pt-BR" sz="2000" dirty="0">
                <a:solidFill>
                  <a:schemeClr val="bg1"/>
                </a:solidFill>
              </a:rPr>
              <a:t>; </a:t>
            </a:r>
            <a:r>
              <a:rPr lang="pt-BR" sz="2000" dirty="0" err="1">
                <a:solidFill>
                  <a:schemeClr val="bg1"/>
                </a:solidFill>
              </a:rPr>
              <a:t>smart</a:t>
            </a:r>
            <a:r>
              <a:rPr lang="pt-BR" sz="2000" dirty="0">
                <a:solidFill>
                  <a:schemeClr val="bg1"/>
                </a:solidFill>
              </a:rPr>
              <a:t>; </a:t>
            </a:r>
            <a:r>
              <a:rPr lang="pt-BR" sz="2000" dirty="0" err="1">
                <a:solidFill>
                  <a:schemeClr val="bg1"/>
                </a:solidFill>
              </a:rPr>
              <a:t>stranger</a:t>
            </a:r>
            <a:r>
              <a:rPr lang="pt-BR" sz="2000" dirty="0">
                <a:solidFill>
                  <a:schemeClr val="bg1"/>
                </a:solidFill>
              </a:rPr>
              <a:t>, </a:t>
            </a:r>
            <a:r>
              <a:rPr lang="pt-BR" sz="2000" dirty="0" err="1">
                <a:solidFill>
                  <a:schemeClr val="bg1"/>
                </a:solidFill>
              </a:rPr>
              <a:t>pretty</a:t>
            </a:r>
            <a:r>
              <a:rPr lang="pt-BR" sz="2000" dirty="0">
                <a:solidFill>
                  <a:schemeClr val="bg1"/>
                </a:solidFill>
              </a:rPr>
              <a:t>; </a:t>
            </a:r>
            <a:r>
              <a:rPr lang="pt-BR" sz="2000" dirty="0" err="1">
                <a:solidFill>
                  <a:schemeClr val="bg1"/>
                </a:solidFill>
              </a:rPr>
              <a:t>handsome</a:t>
            </a:r>
            <a:r>
              <a:rPr lang="pt-BR" sz="2000" dirty="0">
                <a:solidFill>
                  <a:schemeClr val="bg1"/>
                </a:solidFill>
              </a:rPr>
              <a:t>; </a:t>
            </a:r>
            <a:r>
              <a:rPr lang="pt-BR" sz="2000" dirty="0" err="1">
                <a:solidFill>
                  <a:schemeClr val="bg1"/>
                </a:solidFill>
              </a:rPr>
              <a:t>ugly</a:t>
            </a:r>
            <a:r>
              <a:rPr lang="pt-BR" sz="2000" dirty="0">
                <a:solidFill>
                  <a:schemeClr val="bg1"/>
                </a:solidFill>
              </a:rPr>
              <a:t>; </a:t>
            </a:r>
            <a:r>
              <a:rPr lang="pt-BR" sz="2000" dirty="0" err="1">
                <a:solidFill>
                  <a:schemeClr val="bg1"/>
                </a:solidFill>
              </a:rPr>
              <a:t>all</a:t>
            </a:r>
            <a:r>
              <a:rPr lang="pt-BR" sz="2000" dirty="0">
                <a:solidFill>
                  <a:schemeClr val="bg1"/>
                </a:solidFill>
              </a:rPr>
              <a:t>; </a:t>
            </a:r>
            <a:r>
              <a:rPr lang="pt-BR" sz="2000" dirty="0" err="1">
                <a:solidFill>
                  <a:schemeClr val="bg1"/>
                </a:solidFill>
              </a:rPr>
              <a:t>businessman</a:t>
            </a:r>
            <a:r>
              <a:rPr lang="pt-BR" sz="2000" dirty="0">
                <a:solidFill>
                  <a:schemeClr val="bg1"/>
                </a:solidFill>
              </a:rPr>
              <a:t>; </a:t>
            </a:r>
            <a:r>
              <a:rPr lang="pt-BR" sz="2000" dirty="0" err="1">
                <a:solidFill>
                  <a:schemeClr val="bg1"/>
                </a:solidFill>
              </a:rPr>
              <a:t>businesswoman</a:t>
            </a:r>
            <a:r>
              <a:rPr lang="pt-BR" sz="2000" dirty="0">
                <a:solidFill>
                  <a:schemeClr val="bg1"/>
                </a:solidFill>
              </a:rPr>
              <a:t>.</a:t>
            </a:r>
            <a:r>
              <a:rPr lang="pt-BR" sz="2000" dirty="0"/>
              <a:t>.</a:t>
            </a:r>
          </a:p>
          <a:p>
            <a:pPr algn="just"/>
            <a:r>
              <a:rPr lang="pt-BR" sz="2000" dirty="0" err="1">
                <a:solidFill>
                  <a:schemeClr val="bg1"/>
                </a:solidFill>
              </a:rPr>
              <a:t>mashed</a:t>
            </a:r>
            <a:r>
              <a:rPr lang="pt-BR" sz="2000" dirty="0">
                <a:solidFill>
                  <a:schemeClr val="bg1"/>
                </a:solidFill>
              </a:rPr>
              <a:t> </a:t>
            </a:r>
            <a:r>
              <a:rPr lang="pt-BR" sz="2000" dirty="0" err="1">
                <a:solidFill>
                  <a:schemeClr val="bg1"/>
                </a:solidFill>
              </a:rPr>
              <a:t>potatoes</a:t>
            </a:r>
            <a:r>
              <a:rPr lang="pt-BR" sz="2000" dirty="0">
                <a:solidFill>
                  <a:schemeClr val="bg1"/>
                </a:solidFill>
              </a:rPr>
              <a:t>; </a:t>
            </a:r>
            <a:r>
              <a:rPr lang="pt-BR" sz="2000" dirty="0" err="1">
                <a:solidFill>
                  <a:schemeClr val="bg1"/>
                </a:solidFill>
              </a:rPr>
              <a:t>baked</a:t>
            </a:r>
            <a:r>
              <a:rPr lang="pt-BR" sz="2000" dirty="0">
                <a:solidFill>
                  <a:schemeClr val="bg1"/>
                </a:solidFill>
              </a:rPr>
              <a:t> </a:t>
            </a:r>
            <a:r>
              <a:rPr lang="pt-BR" sz="2000" dirty="0" err="1">
                <a:solidFill>
                  <a:schemeClr val="bg1"/>
                </a:solidFill>
              </a:rPr>
              <a:t>potatoes</a:t>
            </a:r>
            <a:r>
              <a:rPr lang="pt-BR" sz="2000" dirty="0">
                <a:solidFill>
                  <a:schemeClr val="bg1"/>
                </a:solidFill>
              </a:rPr>
              <a:t>; </a:t>
            </a:r>
            <a:r>
              <a:rPr lang="pt-BR" sz="2000" dirty="0" err="1">
                <a:solidFill>
                  <a:schemeClr val="bg1"/>
                </a:solidFill>
              </a:rPr>
              <a:t>french</a:t>
            </a:r>
            <a:r>
              <a:rPr lang="pt-BR" sz="2000" dirty="0">
                <a:solidFill>
                  <a:schemeClr val="bg1"/>
                </a:solidFill>
              </a:rPr>
              <a:t> </a:t>
            </a:r>
            <a:r>
              <a:rPr lang="pt-BR" sz="2000" dirty="0" err="1">
                <a:solidFill>
                  <a:schemeClr val="bg1"/>
                </a:solidFill>
              </a:rPr>
              <a:t>fries</a:t>
            </a:r>
            <a:r>
              <a:rPr lang="pt-BR" sz="2000" dirty="0">
                <a:solidFill>
                  <a:schemeClr val="bg1"/>
                </a:solidFill>
              </a:rPr>
              <a:t>; ice cream; </a:t>
            </a:r>
            <a:r>
              <a:rPr lang="pt-BR" sz="2000" dirty="0" err="1">
                <a:solidFill>
                  <a:schemeClr val="bg1"/>
                </a:solidFill>
              </a:rPr>
              <a:t>steak</a:t>
            </a:r>
            <a:r>
              <a:rPr lang="pt-BR" sz="2000" dirty="0">
                <a:solidFill>
                  <a:schemeClr val="bg1"/>
                </a:solidFill>
              </a:rPr>
              <a:t>; </a:t>
            </a:r>
            <a:r>
              <a:rPr lang="pt-BR" sz="2000" dirty="0" err="1">
                <a:solidFill>
                  <a:schemeClr val="bg1"/>
                </a:solidFill>
              </a:rPr>
              <a:t>well</a:t>
            </a:r>
            <a:r>
              <a:rPr lang="pt-BR" sz="2000" dirty="0">
                <a:solidFill>
                  <a:schemeClr val="bg1"/>
                </a:solidFill>
              </a:rPr>
              <a:t> </a:t>
            </a:r>
            <a:r>
              <a:rPr lang="pt-BR" sz="2000" dirty="0" err="1">
                <a:solidFill>
                  <a:schemeClr val="bg1"/>
                </a:solidFill>
              </a:rPr>
              <a:t>done</a:t>
            </a:r>
            <a:r>
              <a:rPr lang="pt-BR" sz="2000" dirty="0">
                <a:solidFill>
                  <a:schemeClr val="bg1"/>
                </a:solidFill>
              </a:rPr>
              <a:t>; </a:t>
            </a:r>
            <a:r>
              <a:rPr lang="pt-BR" sz="2000" dirty="0" err="1">
                <a:solidFill>
                  <a:schemeClr val="bg1"/>
                </a:solidFill>
              </a:rPr>
              <a:t>medium</a:t>
            </a:r>
            <a:r>
              <a:rPr lang="pt-BR" sz="2000" dirty="0">
                <a:solidFill>
                  <a:schemeClr val="bg1"/>
                </a:solidFill>
              </a:rPr>
              <a:t>; </a:t>
            </a:r>
            <a:r>
              <a:rPr lang="pt-BR" sz="2000" dirty="0" err="1">
                <a:solidFill>
                  <a:schemeClr val="bg1"/>
                </a:solidFill>
              </a:rPr>
              <a:t>rare</a:t>
            </a:r>
            <a:r>
              <a:rPr lang="pt-BR" sz="2000" dirty="0">
                <a:solidFill>
                  <a:schemeClr val="bg1"/>
                </a:solidFill>
              </a:rPr>
              <a:t>; </a:t>
            </a:r>
            <a:r>
              <a:rPr lang="pt-BR" sz="2000" dirty="0" err="1">
                <a:solidFill>
                  <a:schemeClr val="bg1"/>
                </a:solidFill>
              </a:rPr>
              <a:t>spicy</a:t>
            </a:r>
            <a:r>
              <a:rPr lang="pt-BR" sz="2000" dirty="0">
                <a:solidFill>
                  <a:schemeClr val="bg1"/>
                </a:solidFill>
              </a:rPr>
              <a:t>; </a:t>
            </a:r>
            <a:r>
              <a:rPr lang="pt-BR" sz="2000" dirty="0" err="1">
                <a:solidFill>
                  <a:schemeClr val="bg1"/>
                </a:solidFill>
              </a:rPr>
              <a:t>hungry</a:t>
            </a:r>
            <a:r>
              <a:rPr lang="pt-BR" sz="2000" dirty="0">
                <a:solidFill>
                  <a:schemeClr val="bg1"/>
                </a:solidFill>
              </a:rPr>
              <a:t>; </a:t>
            </a:r>
            <a:r>
              <a:rPr lang="pt-BR" sz="2000" dirty="0" err="1">
                <a:solidFill>
                  <a:schemeClr val="bg1"/>
                </a:solidFill>
              </a:rPr>
              <a:t>thirsty</a:t>
            </a:r>
            <a:r>
              <a:rPr lang="pt-BR" sz="2000" dirty="0">
                <a:solidFill>
                  <a:schemeClr val="bg1"/>
                </a:solidFill>
              </a:rPr>
              <a:t>; </a:t>
            </a:r>
            <a:r>
              <a:rPr lang="pt-BR" sz="2000" dirty="0" err="1">
                <a:solidFill>
                  <a:schemeClr val="bg1"/>
                </a:solidFill>
              </a:rPr>
              <a:t>waiter</a:t>
            </a:r>
            <a:r>
              <a:rPr lang="pt-BR" sz="2000" dirty="0">
                <a:solidFill>
                  <a:schemeClr val="bg1"/>
                </a:solidFill>
              </a:rPr>
              <a:t>; </a:t>
            </a:r>
            <a:r>
              <a:rPr lang="pt-BR" sz="2000" dirty="0" err="1">
                <a:solidFill>
                  <a:schemeClr val="bg1"/>
                </a:solidFill>
              </a:rPr>
              <a:t>waitress</a:t>
            </a:r>
            <a:r>
              <a:rPr lang="pt-BR" sz="2000" dirty="0">
                <a:solidFill>
                  <a:schemeClr val="bg1"/>
                </a:solidFill>
              </a:rPr>
              <a:t>; </a:t>
            </a:r>
            <a:r>
              <a:rPr lang="pt-BR" sz="2000" dirty="0" err="1">
                <a:solidFill>
                  <a:schemeClr val="bg1"/>
                </a:solidFill>
              </a:rPr>
              <a:t>other</a:t>
            </a:r>
            <a:r>
              <a:rPr lang="pt-BR" sz="2000" dirty="0">
                <a:solidFill>
                  <a:schemeClr val="bg1"/>
                </a:solidFill>
              </a:rPr>
              <a:t>; </a:t>
            </a:r>
            <a:r>
              <a:rPr lang="pt-BR" sz="2000" dirty="0" err="1">
                <a:solidFill>
                  <a:schemeClr val="bg1"/>
                </a:solidFill>
              </a:rPr>
              <a:t>same</a:t>
            </a:r>
            <a:r>
              <a:rPr lang="pt-BR" sz="2000" dirty="0">
                <a:solidFill>
                  <a:schemeClr val="bg1"/>
                </a:solidFill>
              </a:rPr>
              <a:t>; </a:t>
            </a:r>
            <a:r>
              <a:rPr lang="pt-BR" sz="2000" dirty="0" err="1">
                <a:solidFill>
                  <a:schemeClr val="bg1"/>
                </a:solidFill>
              </a:rPr>
              <a:t>different</a:t>
            </a:r>
            <a:r>
              <a:rPr lang="pt-BR" sz="2000" dirty="0">
                <a:solidFill>
                  <a:schemeClr val="bg1"/>
                </a:solidFill>
              </a:rPr>
              <a:t>; hotel; </a:t>
            </a:r>
            <a:r>
              <a:rPr lang="pt-BR" sz="2000" dirty="0" err="1">
                <a:solidFill>
                  <a:schemeClr val="bg1"/>
                </a:solidFill>
              </a:rPr>
              <a:t>middle</a:t>
            </a:r>
            <a:r>
              <a:rPr lang="pt-BR" sz="2000" dirty="0">
                <a:solidFill>
                  <a:schemeClr val="bg1"/>
                </a:solidFill>
              </a:rPr>
              <a:t>; </a:t>
            </a:r>
            <a:r>
              <a:rPr lang="pt-BR" sz="2000" dirty="0" err="1">
                <a:solidFill>
                  <a:schemeClr val="bg1"/>
                </a:solidFill>
              </a:rPr>
              <a:t>block</a:t>
            </a:r>
            <a:r>
              <a:rPr lang="pt-BR" sz="2000" dirty="0">
                <a:solidFill>
                  <a:schemeClr val="bg1"/>
                </a:solidFill>
              </a:rPr>
              <a:t>; </a:t>
            </a:r>
            <a:r>
              <a:rPr lang="pt-BR" sz="2000" dirty="0" err="1">
                <a:solidFill>
                  <a:schemeClr val="bg1"/>
                </a:solidFill>
              </a:rPr>
              <a:t>room</a:t>
            </a:r>
            <a:r>
              <a:rPr lang="pt-BR" sz="2000" dirty="0">
                <a:solidFill>
                  <a:schemeClr val="bg1"/>
                </a:solidFill>
              </a:rPr>
              <a:t>; </a:t>
            </a:r>
            <a:r>
              <a:rPr lang="pt-BR" sz="2000" dirty="0" err="1">
                <a:solidFill>
                  <a:schemeClr val="bg1"/>
                </a:solidFill>
              </a:rPr>
              <a:t>everything</a:t>
            </a:r>
            <a:r>
              <a:rPr lang="pt-BR" sz="2000" dirty="0">
                <a:solidFill>
                  <a:schemeClr val="bg1"/>
                </a:solidFill>
              </a:rPr>
              <a:t>.</a:t>
            </a:r>
          </a:p>
          <a:p>
            <a:pPr algn="just"/>
            <a:r>
              <a:rPr lang="pt-BR" sz="2000" dirty="0" err="1">
                <a:solidFill>
                  <a:schemeClr val="bg1"/>
                </a:solidFill>
              </a:rPr>
              <a:t>Mechanic</a:t>
            </a:r>
            <a:r>
              <a:rPr lang="pt-BR" sz="2000" dirty="0">
                <a:solidFill>
                  <a:schemeClr val="bg1"/>
                </a:solidFill>
              </a:rPr>
              <a:t>; </a:t>
            </a:r>
            <a:r>
              <a:rPr lang="pt-BR" sz="2000" dirty="0" err="1">
                <a:solidFill>
                  <a:schemeClr val="bg1"/>
                </a:solidFill>
              </a:rPr>
              <a:t>old</a:t>
            </a:r>
            <a:r>
              <a:rPr lang="pt-BR" sz="2000" dirty="0">
                <a:solidFill>
                  <a:schemeClr val="bg1"/>
                </a:solidFill>
              </a:rPr>
              <a:t>; </a:t>
            </a:r>
            <a:r>
              <a:rPr lang="pt-BR" sz="2000" dirty="0" err="1">
                <a:solidFill>
                  <a:schemeClr val="bg1"/>
                </a:solidFill>
              </a:rPr>
              <a:t>young</a:t>
            </a:r>
            <a:r>
              <a:rPr lang="pt-BR" sz="2000" dirty="0">
                <a:solidFill>
                  <a:schemeClr val="bg1"/>
                </a:solidFill>
              </a:rPr>
              <a:t>; </a:t>
            </a:r>
            <a:r>
              <a:rPr lang="pt-BR" sz="2000" dirty="0" err="1">
                <a:solidFill>
                  <a:schemeClr val="bg1"/>
                </a:solidFill>
              </a:rPr>
              <a:t>student</a:t>
            </a:r>
            <a:r>
              <a:rPr lang="pt-BR" sz="2000" dirty="0">
                <a:solidFill>
                  <a:schemeClr val="bg1"/>
                </a:solidFill>
              </a:rPr>
              <a:t>; </a:t>
            </a:r>
            <a:r>
              <a:rPr lang="pt-BR" sz="2000" dirty="0" err="1">
                <a:solidFill>
                  <a:schemeClr val="bg1"/>
                </a:solidFill>
              </a:rPr>
              <a:t>police</a:t>
            </a:r>
            <a:r>
              <a:rPr lang="pt-BR" sz="2000" dirty="0">
                <a:solidFill>
                  <a:schemeClr val="bg1"/>
                </a:solidFill>
              </a:rPr>
              <a:t> </a:t>
            </a:r>
            <a:r>
              <a:rPr lang="pt-BR" sz="2000" dirty="0" err="1">
                <a:solidFill>
                  <a:schemeClr val="bg1"/>
                </a:solidFill>
              </a:rPr>
              <a:t>officer</a:t>
            </a:r>
            <a:r>
              <a:rPr lang="pt-BR" sz="2000" dirty="0">
                <a:solidFill>
                  <a:schemeClr val="bg1"/>
                </a:solidFill>
              </a:rPr>
              <a:t>; </a:t>
            </a:r>
            <a:r>
              <a:rPr lang="pt-BR" sz="2000" dirty="0" err="1">
                <a:solidFill>
                  <a:schemeClr val="bg1"/>
                </a:solidFill>
              </a:rPr>
              <a:t>bill</a:t>
            </a:r>
            <a:r>
              <a:rPr lang="pt-BR" sz="2000" dirty="0">
                <a:solidFill>
                  <a:schemeClr val="bg1"/>
                </a:solidFill>
              </a:rPr>
              <a:t>; </a:t>
            </a:r>
            <a:r>
              <a:rPr lang="pt-BR" sz="2000" dirty="0" err="1">
                <a:solidFill>
                  <a:schemeClr val="bg1"/>
                </a:solidFill>
              </a:rPr>
              <a:t>boat</a:t>
            </a:r>
            <a:r>
              <a:rPr lang="pt-BR" sz="2000" dirty="0">
                <a:solidFill>
                  <a:schemeClr val="bg1"/>
                </a:solidFill>
              </a:rPr>
              <a:t>; </a:t>
            </a:r>
            <a:r>
              <a:rPr lang="pt-BR" sz="2000" dirty="0" err="1">
                <a:solidFill>
                  <a:schemeClr val="bg1"/>
                </a:solidFill>
              </a:rPr>
              <a:t>check</a:t>
            </a:r>
            <a:r>
              <a:rPr lang="pt-BR" sz="2000" dirty="0">
                <a:solidFill>
                  <a:schemeClr val="bg1"/>
                </a:solidFill>
              </a:rPr>
              <a:t>; </a:t>
            </a:r>
            <a:r>
              <a:rPr lang="pt-BR" sz="2000" dirty="0" err="1">
                <a:solidFill>
                  <a:schemeClr val="bg1"/>
                </a:solidFill>
              </a:rPr>
              <a:t>key</a:t>
            </a:r>
            <a:r>
              <a:rPr lang="pt-BR" sz="2000" dirty="0">
                <a:solidFill>
                  <a:schemeClr val="bg1"/>
                </a:solidFill>
              </a:rPr>
              <a:t>; </a:t>
            </a:r>
            <a:r>
              <a:rPr lang="pt-BR" sz="2000" dirty="0" err="1">
                <a:solidFill>
                  <a:schemeClr val="bg1"/>
                </a:solidFill>
              </a:rPr>
              <a:t>fridge</a:t>
            </a:r>
            <a:r>
              <a:rPr lang="pt-BR" sz="2000" dirty="0">
                <a:solidFill>
                  <a:schemeClr val="bg1"/>
                </a:solidFill>
              </a:rPr>
              <a:t>; </a:t>
            </a:r>
            <a:r>
              <a:rPr lang="pt-BR" sz="2000" dirty="0" err="1">
                <a:solidFill>
                  <a:schemeClr val="bg1"/>
                </a:solidFill>
              </a:rPr>
              <a:t>can</a:t>
            </a:r>
            <a:r>
              <a:rPr lang="pt-BR" sz="2000" dirty="0">
                <a:solidFill>
                  <a:schemeClr val="bg1"/>
                </a:solidFill>
              </a:rPr>
              <a:t>; </a:t>
            </a:r>
            <a:r>
              <a:rPr lang="pt-BR" sz="2000" dirty="0" err="1">
                <a:solidFill>
                  <a:schemeClr val="bg1"/>
                </a:solidFill>
              </a:rPr>
              <a:t>suitcase</a:t>
            </a:r>
            <a:r>
              <a:rPr lang="pt-BR" sz="2000" dirty="0">
                <a:solidFill>
                  <a:schemeClr val="bg1"/>
                </a:solidFill>
              </a:rPr>
              <a:t>; </a:t>
            </a:r>
            <a:r>
              <a:rPr lang="pt-BR" sz="2000" dirty="0" err="1">
                <a:solidFill>
                  <a:schemeClr val="bg1"/>
                </a:solidFill>
              </a:rPr>
              <a:t>candy</a:t>
            </a:r>
            <a:r>
              <a:rPr lang="pt-BR" sz="2000" dirty="0">
                <a:solidFill>
                  <a:schemeClr val="bg1"/>
                </a:solidFill>
              </a:rPr>
              <a:t>; pie; </a:t>
            </a:r>
            <a:r>
              <a:rPr lang="pt-BR" sz="2000" dirty="0" err="1">
                <a:solidFill>
                  <a:schemeClr val="bg1"/>
                </a:solidFill>
              </a:rPr>
              <a:t>favorite</a:t>
            </a:r>
            <a:r>
              <a:rPr lang="pt-BR" sz="2000" dirty="0">
                <a:solidFill>
                  <a:schemeClr val="bg1"/>
                </a:solidFill>
              </a:rPr>
              <a:t>; </a:t>
            </a:r>
            <a:r>
              <a:rPr lang="pt-BR" sz="2000" dirty="0" err="1">
                <a:solidFill>
                  <a:schemeClr val="bg1"/>
                </a:solidFill>
              </a:rPr>
              <a:t>busy</a:t>
            </a:r>
            <a:r>
              <a:rPr lang="pt-BR" sz="2000" dirty="0">
                <a:solidFill>
                  <a:schemeClr val="bg1"/>
                </a:solidFill>
              </a:rPr>
              <a:t>; </a:t>
            </a:r>
            <a:r>
              <a:rPr lang="pt-BR" sz="2000" dirty="0" err="1">
                <a:solidFill>
                  <a:schemeClr val="bg1"/>
                </a:solidFill>
              </a:rPr>
              <a:t>full</a:t>
            </a:r>
            <a:r>
              <a:rPr lang="pt-BR" sz="2000" dirty="0">
                <a:solidFill>
                  <a:schemeClr val="bg1"/>
                </a:solidFill>
              </a:rPr>
              <a:t>; </a:t>
            </a:r>
            <a:r>
              <a:rPr lang="pt-BR" sz="2000" dirty="0" err="1">
                <a:solidFill>
                  <a:schemeClr val="bg1"/>
                </a:solidFill>
              </a:rPr>
              <a:t>empty</a:t>
            </a:r>
            <a:r>
              <a:rPr lang="pt-BR" sz="2000" dirty="0">
                <a:solidFill>
                  <a:schemeClr val="bg1"/>
                </a:solidFill>
              </a:rPr>
              <a:t>; </a:t>
            </a:r>
            <a:r>
              <a:rPr lang="pt-BR" sz="2000" dirty="0" err="1">
                <a:solidFill>
                  <a:schemeClr val="bg1"/>
                </a:solidFill>
              </a:rPr>
              <a:t>behind</a:t>
            </a:r>
            <a:r>
              <a:rPr lang="pt-BR" sz="2000" dirty="0">
                <a:solidFill>
                  <a:schemeClr val="bg1"/>
                </a:solidFill>
              </a:rPr>
              <a:t>; in front </a:t>
            </a:r>
            <a:r>
              <a:rPr lang="pt-BR" sz="2000" dirty="0" err="1">
                <a:solidFill>
                  <a:schemeClr val="bg1"/>
                </a:solidFill>
              </a:rPr>
              <a:t>of</a:t>
            </a:r>
            <a:r>
              <a:rPr lang="pt-BR" sz="2000" dirty="0">
                <a:solidFill>
                  <a:schemeClr val="bg1"/>
                </a:solidFill>
              </a:rPr>
              <a:t>; </a:t>
            </a:r>
            <a:r>
              <a:rPr lang="pt-BR" sz="2000" dirty="0" err="1">
                <a:solidFill>
                  <a:schemeClr val="bg1"/>
                </a:solidFill>
              </a:rPr>
              <a:t>first</a:t>
            </a:r>
            <a:r>
              <a:rPr lang="pt-BR" sz="2000" dirty="0">
                <a:solidFill>
                  <a:schemeClr val="bg1"/>
                </a:solidFill>
              </a:rPr>
              <a:t>; </a:t>
            </a:r>
            <a:r>
              <a:rPr lang="pt-BR" sz="2000" dirty="0" err="1">
                <a:solidFill>
                  <a:schemeClr val="bg1"/>
                </a:solidFill>
              </a:rPr>
              <a:t>right</a:t>
            </a:r>
            <a:r>
              <a:rPr lang="pt-BR" sz="2000" dirty="0">
                <a:solidFill>
                  <a:schemeClr val="bg1"/>
                </a:solidFill>
              </a:rPr>
              <a:t>; </a:t>
            </a:r>
            <a:r>
              <a:rPr lang="pt-BR" sz="2000" dirty="0" err="1">
                <a:solidFill>
                  <a:schemeClr val="bg1"/>
                </a:solidFill>
              </a:rPr>
              <a:t>wrong</a:t>
            </a:r>
            <a:r>
              <a:rPr lang="pt-BR" sz="2000" dirty="0">
                <a:solidFill>
                  <a:schemeClr val="bg1"/>
                </a:solidFill>
              </a:rPr>
              <a:t>.</a:t>
            </a:r>
          </a:p>
          <a:p>
            <a:pPr algn="just"/>
            <a:endParaRPr lang="pt-BR" sz="2000" dirty="0">
              <a:solidFill>
                <a:schemeClr val="bg1"/>
              </a:solidFill>
            </a:endParaRPr>
          </a:p>
          <a:p>
            <a:pPr algn="just"/>
            <a:endParaRPr lang="pt-BR" sz="2000" dirty="0"/>
          </a:p>
          <a:p>
            <a:pPr algn="just"/>
            <a:endParaRPr lang="pt-BR" sz="2000" dirty="0"/>
          </a:p>
        </p:txBody>
      </p:sp>
      <p:sp>
        <p:nvSpPr>
          <p:cNvPr id="7" name="Espaço Reservado para Conteúdo 2"/>
          <p:cNvSpPr txBox="1">
            <a:spLocks/>
          </p:cNvSpPr>
          <p:nvPr/>
        </p:nvSpPr>
        <p:spPr>
          <a:xfrm>
            <a:off x="240012" y="5428297"/>
            <a:ext cx="8596668" cy="104507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 sz="3200" b="1">
              <a:solidFill>
                <a:schemeClr val="bg1"/>
              </a:solidFill>
            </a:endParaRPr>
          </a:p>
        </p:txBody>
      </p:sp>
      <p:sp>
        <p:nvSpPr>
          <p:cNvPr id="2" name="CaixaDeTexto 1"/>
          <p:cNvSpPr txBox="1"/>
          <p:nvPr/>
        </p:nvSpPr>
        <p:spPr>
          <a:xfrm>
            <a:off x="2706002" y="1387256"/>
            <a:ext cx="17395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600" dirty="0">
                <a:solidFill>
                  <a:srgbClr val="FFFF00"/>
                </a:solidFill>
              </a:rPr>
              <a:t>REVIEW</a:t>
            </a:r>
          </a:p>
        </p:txBody>
      </p:sp>
    </p:spTree>
    <p:extLst>
      <p:ext uri="{BB962C8B-B14F-4D97-AF65-F5344CB8AC3E}">
        <p14:creationId xmlns:p14="http://schemas.microsoft.com/office/powerpoint/2010/main" val="11085835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8541" y="401739"/>
            <a:ext cx="4308748" cy="2511648"/>
          </a:xfrm>
          <a:prstGeom prst="rect">
            <a:avLst/>
          </a:prstGeom>
        </p:spPr>
      </p:pic>
      <p:sp>
        <p:nvSpPr>
          <p:cNvPr id="5" name="Título 1"/>
          <p:cNvSpPr txBox="1">
            <a:spLocks/>
          </p:cNvSpPr>
          <p:nvPr/>
        </p:nvSpPr>
        <p:spPr>
          <a:xfrm>
            <a:off x="240012" y="401739"/>
            <a:ext cx="3192301" cy="84323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pt-BR">
                <a:solidFill>
                  <a:srgbClr val="002060"/>
                </a:solidFill>
              </a:rPr>
              <a:t>LESSON SIX</a:t>
            </a:r>
          </a:p>
        </p:txBody>
      </p:sp>
      <p:sp>
        <p:nvSpPr>
          <p:cNvPr id="6" name="Título 1"/>
          <p:cNvSpPr>
            <a:spLocks noGrp="1"/>
          </p:cNvSpPr>
          <p:nvPr>
            <p:ph type="title"/>
          </p:nvPr>
        </p:nvSpPr>
        <p:spPr>
          <a:xfrm>
            <a:off x="240012" y="1244976"/>
            <a:ext cx="2383918" cy="973680"/>
          </a:xfrm>
        </p:spPr>
        <p:txBody>
          <a:bodyPr/>
          <a:lstStyle/>
          <a:p>
            <a:r>
              <a:rPr lang="pt-BR">
                <a:solidFill>
                  <a:srgbClr val="7030A0"/>
                </a:solidFill>
              </a:rPr>
              <a:t>Verbs</a:t>
            </a:r>
          </a:p>
        </p:txBody>
      </p:sp>
      <p:sp>
        <p:nvSpPr>
          <p:cNvPr id="8" name="Espaço Reservado para Conteúdo 7"/>
          <p:cNvSpPr>
            <a:spLocks noGrp="1"/>
          </p:cNvSpPr>
          <p:nvPr>
            <p:ph idx="1"/>
          </p:nvPr>
        </p:nvSpPr>
        <p:spPr>
          <a:xfrm>
            <a:off x="240012" y="2607926"/>
            <a:ext cx="8596668" cy="1319211"/>
          </a:xfrm>
        </p:spPr>
        <p:txBody>
          <a:bodyPr>
            <a:normAutofit/>
          </a:bodyPr>
          <a:lstStyle/>
          <a:p>
            <a:pPr algn="just"/>
            <a:r>
              <a:rPr lang="en-US" sz="3200" dirty="0">
                <a:solidFill>
                  <a:schemeClr val="bg1"/>
                </a:solidFill>
              </a:rPr>
              <a:t>To</a:t>
            </a:r>
            <a:r>
              <a:rPr lang="pt-BR" sz="3200" dirty="0">
                <a:solidFill>
                  <a:schemeClr val="bg1"/>
                </a:solidFill>
              </a:rPr>
              <a:t> </a:t>
            </a:r>
            <a:r>
              <a:rPr lang="pt-BR" sz="3200" dirty="0" err="1">
                <a:solidFill>
                  <a:schemeClr val="bg1"/>
                </a:solidFill>
              </a:rPr>
              <a:t>think-thought</a:t>
            </a:r>
            <a:r>
              <a:rPr lang="pt-BR" sz="3200" dirty="0">
                <a:solidFill>
                  <a:schemeClr val="bg1"/>
                </a:solidFill>
              </a:rPr>
              <a:t>/ </a:t>
            </a:r>
            <a:r>
              <a:rPr lang="pt-BR" sz="3200" dirty="0" err="1">
                <a:solidFill>
                  <a:schemeClr val="bg1"/>
                </a:solidFill>
              </a:rPr>
              <a:t>To</a:t>
            </a:r>
            <a:r>
              <a:rPr lang="pt-BR" sz="3200" dirty="0">
                <a:solidFill>
                  <a:schemeClr val="bg1"/>
                </a:solidFill>
              </a:rPr>
              <a:t> </a:t>
            </a:r>
            <a:r>
              <a:rPr lang="pt-BR" sz="3200" dirty="0" err="1">
                <a:solidFill>
                  <a:schemeClr val="bg1"/>
                </a:solidFill>
              </a:rPr>
              <a:t>cook</a:t>
            </a:r>
            <a:r>
              <a:rPr lang="pt-BR" sz="3200" dirty="0">
                <a:solidFill>
                  <a:schemeClr val="bg1"/>
                </a:solidFill>
              </a:rPr>
              <a:t>–</a:t>
            </a:r>
            <a:r>
              <a:rPr lang="pt-BR" sz="3200" dirty="0" err="1">
                <a:solidFill>
                  <a:schemeClr val="bg1"/>
                </a:solidFill>
              </a:rPr>
              <a:t>cooked</a:t>
            </a:r>
            <a:r>
              <a:rPr lang="pt-BR" sz="3200" dirty="0">
                <a:solidFill>
                  <a:schemeClr val="bg1"/>
                </a:solidFill>
              </a:rPr>
              <a:t>/ </a:t>
            </a:r>
            <a:r>
              <a:rPr lang="pt-BR" sz="3200" dirty="0" err="1">
                <a:solidFill>
                  <a:schemeClr val="bg1"/>
                </a:solidFill>
              </a:rPr>
              <a:t>To</a:t>
            </a:r>
            <a:r>
              <a:rPr lang="pt-BR" sz="3200" dirty="0">
                <a:solidFill>
                  <a:schemeClr val="bg1"/>
                </a:solidFill>
              </a:rPr>
              <a:t> </a:t>
            </a:r>
            <a:r>
              <a:rPr lang="pt-BR" sz="3200" dirty="0" err="1">
                <a:solidFill>
                  <a:schemeClr val="bg1"/>
                </a:solidFill>
              </a:rPr>
              <a:t>sit</a:t>
            </a:r>
            <a:r>
              <a:rPr lang="pt-BR" sz="3200" dirty="0">
                <a:solidFill>
                  <a:schemeClr val="bg1"/>
                </a:solidFill>
              </a:rPr>
              <a:t>– </a:t>
            </a:r>
            <a:r>
              <a:rPr lang="pt-BR" sz="3200" dirty="0" err="1">
                <a:solidFill>
                  <a:schemeClr val="bg1"/>
                </a:solidFill>
              </a:rPr>
              <a:t>sat</a:t>
            </a:r>
            <a:r>
              <a:rPr lang="pt-BR" sz="3200" dirty="0">
                <a:solidFill>
                  <a:schemeClr val="bg1"/>
                </a:solidFill>
              </a:rPr>
              <a:t>/ </a:t>
            </a:r>
            <a:r>
              <a:rPr lang="pt-BR" sz="3200" dirty="0" err="1">
                <a:solidFill>
                  <a:schemeClr val="bg1"/>
                </a:solidFill>
              </a:rPr>
              <a:t>To</a:t>
            </a:r>
            <a:r>
              <a:rPr lang="pt-BR" sz="3200" dirty="0">
                <a:solidFill>
                  <a:schemeClr val="bg1"/>
                </a:solidFill>
              </a:rPr>
              <a:t> go-</a:t>
            </a:r>
            <a:r>
              <a:rPr lang="pt-BR" sz="3200" dirty="0" err="1">
                <a:solidFill>
                  <a:schemeClr val="bg1"/>
                </a:solidFill>
              </a:rPr>
              <a:t>went</a:t>
            </a:r>
            <a:endParaRPr lang="pt-BR" sz="3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6480982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8541" y="401739"/>
            <a:ext cx="4308748" cy="2511648"/>
          </a:xfrm>
          <a:prstGeom prst="rect">
            <a:avLst/>
          </a:prstGeom>
        </p:spPr>
      </p:pic>
      <p:sp>
        <p:nvSpPr>
          <p:cNvPr id="5" name="Título 1"/>
          <p:cNvSpPr txBox="1">
            <a:spLocks/>
          </p:cNvSpPr>
          <p:nvPr/>
        </p:nvSpPr>
        <p:spPr>
          <a:xfrm>
            <a:off x="240012" y="401739"/>
            <a:ext cx="3192301" cy="84323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pt-BR">
                <a:solidFill>
                  <a:srgbClr val="002060"/>
                </a:solidFill>
              </a:rPr>
              <a:t>LESSON SIX</a:t>
            </a:r>
          </a:p>
          <a:p>
            <a:endParaRPr lang="pt-BR">
              <a:solidFill>
                <a:srgbClr val="002060"/>
              </a:solidFill>
            </a:endParaRPr>
          </a:p>
        </p:txBody>
      </p:sp>
      <p:sp>
        <p:nvSpPr>
          <p:cNvPr id="10" name="Título 1"/>
          <p:cNvSpPr>
            <a:spLocks noGrp="1"/>
          </p:cNvSpPr>
          <p:nvPr>
            <p:ph type="title"/>
          </p:nvPr>
        </p:nvSpPr>
        <p:spPr>
          <a:xfrm>
            <a:off x="147247" y="1486397"/>
            <a:ext cx="8596668" cy="843237"/>
          </a:xfrm>
        </p:spPr>
        <p:txBody>
          <a:bodyPr>
            <a:normAutofit/>
          </a:bodyPr>
          <a:lstStyle/>
          <a:p>
            <a:r>
              <a:rPr lang="pt-BR" sz="3200">
                <a:solidFill>
                  <a:srgbClr val="7030A0"/>
                </a:solidFill>
              </a:rPr>
              <a:t>VOCABULARY</a:t>
            </a:r>
          </a:p>
        </p:txBody>
      </p:sp>
      <p:sp>
        <p:nvSpPr>
          <p:cNvPr id="11" name="Título 1"/>
          <p:cNvSpPr txBox="1">
            <a:spLocks/>
          </p:cNvSpPr>
          <p:nvPr/>
        </p:nvSpPr>
        <p:spPr>
          <a:xfrm>
            <a:off x="240012" y="4644276"/>
            <a:ext cx="8596668" cy="75762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pt-BR" sz="3200">
                <a:solidFill>
                  <a:srgbClr val="7030A0"/>
                </a:solidFill>
              </a:rPr>
              <a:t>EXPRESS YOURSELF</a:t>
            </a:r>
          </a:p>
        </p:txBody>
      </p:sp>
      <p:sp>
        <p:nvSpPr>
          <p:cNvPr id="6" name="Espaço Reservado para Conteúdo 2"/>
          <p:cNvSpPr>
            <a:spLocks noGrp="1"/>
          </p:cNvSpPr>
          <p:nvPr>
            <p:ph idx="1"/>
          </p:nvPr>
        </p:nvSpPr>
        <p:spPr>
          <a:xfrm>
            <a:off x="147247" y="2559748"/>
            <a:ext cx="8596668" cy="1709087"/>
          </a:xfrm>
        </p:spPr>
        <p:txBody>
          <a:bodyPr>
            <a:noAutofit/>
          </a:bodyPr>
          <a:lstStyle/>
          <a:p>
            <a:pPr algn="just"/>
            <a:r>
              <a:rPr lang="pt-BR" sz="2400" dirty="0" err="1">
                <a:solidFill>
                  <a:schemeClr val="bg1"/>
                </a:solidFill>
              </a:rPr>
              <a:t>Grandparents</a:t>
            </a:r>
            <a:r>
              <a:rPr lang="pt-BR" sz="2400" dirty="0">
                <a:solidFill>
                  <a:schemeClr val="bg1"/>
                </a:solidFill>
              </a:rPr>
              <a:t>; </a:t>
            </a:r>
            <a:r>
              <a:rPr lang="pt-BR" sz="2400" dirty="0" err="1">
                <a:solidFill>
                  <a:schemeClr val="bg1"/>
                </a:solidFill>
              </a:rPr>
              <a:t>grandchildren</a:t>
            </a:r>
            <a:r>
              <a:rPr lang="pt-BR" sz="2400" dirty="0">
                <a:solidFill>
                  <a:schemeClr val="bg1"/>
                </a:solidFill>
              </a:rPr>
              <a:t>; </a:t>
            </a:r>
            <a:r>
              <a:rPr lang="pt-BR" sz="2400" dirty="0" err="1">
                <a:solidFill>
                  <a:schemeClr val="bg1"/>
                </a:solidFill>
              </a:rPr>
              <a:t>grandson</a:t>
            </a:r>
            <a:r>
              <a:rPr lang="pt-BR" sz="2400" dirty="0">
                <a:solidFill>
                  <a:schemeClr val="bg1"/>
                </a:solidFill>
              </a:rPr>
              <a:t>; </a:t>
            </a:r>
            <a:r>
              <a:rPr lang="pt-BR" sz="2400" dirty="0" err="1">
                <a:solidFill>
                  <a:schemeClr val="bg1"/>
                </a:solidFill>
              </a:rPr>
              <a:t>granddaughter</a:t>
            </a:r>
            <a:r>
              <a:rPr lang="pt-BR" sz="2400" dirty="0">
                <a:solidFill>
                  <a:schemeClr val="bg1"/>
                </a:solidFill>
              </a:rPr>
              <a:t>;        </a:t>
            </a:r>
            <a:r>
              <a:rPr lang="pt-BR" sz="2400" dirty="0" err="1">
                <a:solidFill>
                  <a:schemeClr val="bg1"/>
                </a:solidFill>
              </a:rPr>
              <a:t>store</a:t>
            </a:r>
            <a:r>
              <a:rPr lang="pt-BR" sz="2400" dirty="0">
                <a:solidFill>
                  <a:schemeClr val="bg1"/>
                </a:solidFill>
              </a:rPr>
              <a:t>; </a:t>
            </a:r>
            <a:r>
              <a:rPr lang="pt-BR" sz="2400" dirty="0" err="1">
                <a:solidFill>
                  <a:schemeClr val="bg1"/>
                </a:solidFill>
              </a:rPr>
              <a:t>vegetables</a:t>
            </a:r>
            <a:r>
              <a:rPr lang="pt-BR" sz="2400" dirty="0">
                <a:solidFill>
                  <a:schemeClr val="bg1"/>
                </a:solidFill>
              </a:rPr>
              <a:t>; </a:t>
            </a:r>
            <a:r>
              <a:rPr lang="pt-BR" sz="2400" dirty="0" err="1">
                <a:solidFill>
                  <a:schemeClr val="bg1"/>
                </a:solidFill>
              </a:rPr>
              <a:t>salad</a:t>
            </a:r>
            <a:r>
              <a:rPr lang="pt-BR" sz="2400" dirty="0">
                <a:solidFill>
                  <a:schemeClr val="bg1"/>
                </a:solidFill>
              </a:rPr>
              <a:t> </a:t>
            </a:r>
            <a:r>
              <a:rPr lang="pt-BR" sz="2400" dirty="0" err="1">
                <a:solidFill>
                  <a:schemeClr val="bg1"/>
                </a:solidFill>
              </a:rPr>
              <a:t>dressing</a:t>
            </a:r>
            <a:r>
              <a:rPr lang="pt-BR" sz="2400" dirty="0">
                <a:solidFill>
                  <a:schemeClr val="bg1"/>
                </a:solidFill>
              </a:rPr>
              <a:t>; </a:t>
            </a:r>
            <a:r>
              <a:rPr lang="pt-BR" sz="2400" dirty="0" err="1">
                <a:solidFill>
                  <a:schemeClr val="bg1"/>
                </a:solidFill>
              </a:rPr>
              <a:t>soup</a:t>
            </a:r>
            <a:r>
              <a:rPr lang="pt-BR" sz="2400" dirty="0">
                <a:solidFill>
                  <a:schemeClr val="bg1"/>
                </a:solidFill>
              </a:rPr>
              <a:t>; </a:t>
            </a:r>
            <a:r>
              <a:rPr lang="pt-BR" sz="2400" dirty="0" err="1">
                <a:solidFill>
                  <a:schemeClr val="bg1"/>
                </a:solidFill>
              </a:rPr>
              <a:t>jelly</a:t>
            </a:r>
            <a:r>
              <a:rPr lang="pt-BR" sz="2400" dirty="0">
                <a:solidFill>
                  <a:schemeClr val="bg1"/>
                </a:solidFill>
              </a:rPr>
              <a:t>; </a:t>
            </a:r>
            <a:r>
              <a:rPr lang="pt-BR" sz="2400" dirty="0" err="1">
                <a:solidFill>
                  <a:schemeClr val="bg1"/>
                </a:solidFill>
              </a:rPr>
              <a:t>interesting</a:t>
            </a:r>
            <a:r>
              <a:rPr lang="pt-BR" sz="2400" dirty="0">
                <a:solidFill>
                  <a:schemeClr val="bg1"/>
                </a:solidFill>
              </a:rPr>
              <a:t>; </a:t>
            </a:r>
            <a:r>
              <a:rPr lang="pt-BR" sz="2400" dirty="0" err="1">
                <a:solidFill>
                  <a:schemeClr val="bg1"/>
                </a:solidFill>
              </a:rPr>
              <a:t>free</a:t>
            </a:r>
            <a:r>
              <a:rPr lang="pt-BR" sz="2400" dirty="0">
                <a:solidFill>
                  <a:schemeClr val="bg1"/>
                </a:solidFill>
              </a:rPr>
              <a:t>; </a:t>
            </a:r>
            <a:r>
              <a:rPr lang="pt-BR" sz="2400" dirty="0" err="1">
                <a:solidFill>
                  <a:schemeClr val="bg1"/>
                </a:solidFill>
              </a:rPr>
              <a:t>experience</a:t>
            </a:r>
            <a:r>
              <a:rPr lang="pt-BR" sz="2400" dirty="0">
                <a:solidFill>
                  <a:schemeClr val="bg1"/>
                </a:solidFill>
              </a:rPr>
              <a:t>; </a:t>
            </a:r>
            <a:r>
              <a:rPr lang="pt-BR" sz="2400" dirty="0" err="1">
                <a:solidFill>
                  <a:schemeClr val="bg1"/>
                </a:solidFill>
              </a:rPr>
              <a:t>inside</a:t>
            </a:r>
            <a:r>
              <a:rPr lang="pt-BR" sz="2400" dirty="0">
                <a:solidFill>
                  <a:schemeClr val="bg1"/>
                </a:solidFill>
              </a:rPr>
              <a:t>; </a:t>
            </a:r>
            <a:r>
              <a:rPr lang="pt-BR" sz="2400" dirty="0" err="1">
                <a:solidFill>
                  <a:schemeClr val="bg1"/>
                </a:solidFill>
              </a:rPr>
              <a:t>outside</a:t>
            </a:r>
            <a:r>
              <a:rPr lang="pt-BR" sz="2400" dirty="0">
                <a:solidFill>
                  <a:schemeClr val="bg1"/>
                </a:solidFill>
              </a:rPr>
              <a:t>; </a:t>
            </a:r>
            <a:r>
              <a:rPr lang="pt-BR" sz="2400" dirty="0" err="1">
                <a:solidFill>
                  <a:schemeClr val="bg1"/>
                </a:solidFill>
              </a:rPr>
              <a:t>news</a:t>
            </a:r>
            <a:r>
              <a:rPr lang="pt-BR" sz="2400" dirty="0">
                <a:solidFill>
                  <a:schemeClr val="bg1"/>
                </a:solidFill>
              </a:rPr>
              <a:t>; </a:t>
            </a:r>
            <a:r>
              <a:rPr lang="pt-BR" sz="2400" dirty="0" err="1">
                <a:solidFill>
                  <a:schemeClr val="bg1"/>
                </a:solidFill>
              </a:rPr>
              <a:t>Chinese</a:t>
            </a:r>
            <a:r>
              <a:rPr lang="pt-BR" sz="2400" dirty="0">
                <a:solidFill>
                  <a:schemeClr val="bg1"/>
                </a:solidFill>
              </a:rPr>
              <a:t>; </a:t>
            </a:r>
            <a:r>
              <a:rPr lang="pt-BR" sz="2400" dirty="0" err="1">
                <a:solidFill>
                  <a:schemeClr val="bg1"/>
                </a:solidFill>
              </a:rPr>
              <a:t>opinion</a:t>
            </a:r>
            <a:r>
              <a:rPr lang="pt-BR" sz="2400" dirty="0">
                <a:solidFill>
                  <a:schemeClr val="bg1"/>
                </a:solidFill>
              </a:rPr>
              <a:t>; </a:t>
            </a:r>
            <a:r>
              <a:rPr lang="pt-BR" sz="2400" dirty="0" err="1">
                <a:solidFill>
                  <a:schemeClr val="bg1"/>
                </a:solidFill>
              </a:rPr>
              <a:t>cold</a:t>
            </a:r>
            <a:r>
              <a:rPr lang="pt-BR" sz="2400" dirty="0">
                <a:solidFill>
                  <a:schemeClr val="bg1"/>
                </a:solidFill>
              </a:rPr>
              <a:t>; hot; </a:t>
            </a:r>
            <a:r>
              <a:rPr lang="pt-BR" sz="2400" dirty="0" err="1">
                <a:solidFill>
                  <a:schemeClr val="bg1"/>
                </a:solidFill>
              </a:rPr>
              <a:t>idea</a:t>
            </a:r>
            <a:r>
              <a:rPr lang="pt-BR" sz="2400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7" name="Espaço Reservado para Conteúdo 2"/>
          <p:cNvSpPr txBox="1">
            <a:spLocks/>
          </p:cNvSpPr>
          <p:nvPr/>
        </p:nvSpPr>
        <p:spPr>
          <a:xfrm>
            <a:off x="240012" y="5428297"/>
            <a:ext cx="8596668" cy="104507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3200" b="1" err="1">
                <a:solidFill>
                  <a:schemeClr val="bg1"/>
                </a:solidFill>
              </a:rPr>
              <a:t>Coffee</a:t>
            </a:r>
            <a:r>
              <a:rPr lang="pt-BR" sz="3200" b="1">
                <a:solidFill>
                  <a:schemeClr val="bg1"/>
                </a:solidFill>
              </a:rPr>
              <a:t> break; </a:t>
            </a:r>
            <a:r>
              <a:rPr lang="pt-BR" sz="3200" b="1" err="1">
                <a:solidFill>
                  <a:schemeClr val="bg1"/>
                </a:solidFill>
              </a:rPr>
              <a:t>whatever</a:t>
            </a:r>
            <a:r>
              <a:rPr lang="pt-BR" sz="3200" b="1">
                <a:solidFill>
                  <a:schemeClr val="bg1"/>
                </a:solidFill>
              </a:rPr>
              <a:t>; </a:t>
            </a:r>
            <a:r>
              <a:rPr lang="pt-BR" sz="3200" b="1" err="1">
                <a:solidFill>
                  <a:schemeClr val="bg1"/>
                </a:solidFill>
              </a:rPr>
              <a:t>let’s</a:t>
            </a:r>
            <a:r>
              <a:rPr lang="pt-BR" sz="3200" b="1">
                <a:solidFill>
                  <a:schemeClr val="bg1"/>
                </a:solidFill>
              </a:rPr>
              <a:t>; come </a:t>
            </a:r>
            <a:r>
              <a:rPr lang="pt-BR" sz="3200" b="1" err="1">
                <a:solidFill>
                  <a:schemeClr val="bg1"/>
                </a:solidFill>
              </a:rPr>
              <a:t>on</a:t>
            </a:r>
            <a:endParaRPr lang="pt-BR" sz="3200" b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8164863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8541" y="401739"/>
            <a:ext cx="4308748" cy="2511648"/>
          </a:xfrm>
          <a:prstGeom prst="rect">
            <a:avLst/>
          </a:prstGeom>
        </p:spPr>
      </p:pic>
      <p:sp>
        <p:nvSpPr>
          <p:cNvPr id="5" name="Título 1"/>
          <p:cNvSpPr txBox="1">
            <a:spLocks/>
          </p:cNvSpPr>
          <p:nvPr/>
        </p:nvSpPr>
        <p:spPr>
          <a:xfrm>
            <a:off x="240012" y="401739"/>
            <a:ext cx="3192301" cy="84323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pt-BR">
                <a:solidFill>
                  <a:srgbClr val="002060"/>
                </a:solidFill>
              </a:rPr>
              <a:t>LESSON SEVEN</a:t>
            </a:r>
          </a:p>
        </p:txBody>
      </p:sp>
      <p:sp>
        <p:nvSpPr>
          <p:cNvPr id="6" name="Título 1"/>
          <p:cNvSpPr>
            <a:spLocks noGrp="1"/>
          </p:cNvSpPr>
          <p:nvPr>
            <p:ph type="title"/>
          </p:nvPr>
        </p:nvSpPr>
        <p:spPr>
          <a:xfrm>
            <a:off x="240012" y="1244976"/>
            <a:ext cx="2383918" cy="973680"/>
          </a:xfrm>
        </p:spPr>
        <p:txBody>
          <a:bodyPr/>
          <a:lstStyle/>
          <a:p>
            <a:r>
              <a:rPr lang="pt-BR">
                <a:solidFill>
                  <a:srgbClr val="7030A0"/>
                </a:solidFill>
              </a:rPr>
              <a:t>Verbs</a:t>
            </a:r>
          </a:p>
        </p:txBody>
      </p:sp>
      <p:sp>
        <p:nvSpPr>
          <p:cNvPr id="8" name="Espaço Reservado para Conteúdo 7"/>
          <p:cNvSpPr>
            <a:spLocks noGrp="1"/>
          </p:cNvSpPr>
          <p:nvPr>
            <p:ph idx="1"/>
          </p:nvPr>
        </p:nvSpPr>
        <p:spPr>
          <a:xfrm>
            <a:off x="240012" y="2607926"/>
            <a:ext cx="8596668" cy="1319211"/>
          </a:xfrm>
        </p:spPr>
        <p:txBody>
          <a:bodyPr>
            <a:normAutofit/>
          </a:bodyPr>
          <a:lstStyle/>
          <a:p>
            <a:pPr algn="just"/>
            <a:r>
              <a:rPr lang="en-US" sz="3200" dirty="0">
                <a:solidFill>
                  <a:schemeClr val="bg1"/>
                </a:solidFill>
              </a:rPr>
              <a:t>To</a:t>
            </a:r>
            <a:r>
              <a:rPr lang="pt-BR" sz="3200" dirty="0">
                <a:solidFill>
                  <a:schemeClr val="bg1"/>
                </a:solidFill>
              </a:rPr>
              <a:t> </a:t>
            </a:r>
            <a:r>
              <a:rPr lang="pt-BR" sz="3200" dirty="0" err="1">
                <a:solidFill>
                  <a:schemeClr val="bg1"/>
                </a:solidFill>
              </a:rPr>
              <a:t>ask-asked</a:t>
            </a:r>
            <a:r>
              <a:rPr lang="pt-BR" sz="3200" dirty="0">
                <a:solidFill>
                  <a:schemeClr val="bg1"/>
                </a:solidFill>
              </a:rPr>
              <a:t>/ </a:t>
            </a:r>
            <a:r>
              <a:rPr lang="pt-BR" sz="3200" dirty="0" err="1">
                <a:solidFill>
                  <a:schemeClr val="bg1"/>
                </a:solidFill>
              </a:rPr>
              <a:t>To</a:t>
            </a:r>
            <a:r>
              <a:rPr lang="pt-BR" sz="3200" dirty="0">
                <a:solidFill>
                  <a:schemeClr val="bg1"/>
                </a:solidFill>
              </a:rPr>
              <a:t> </a:t>
            </a:r>
            <a:r>
              <a:rPr lang="pt-BR" sz="3200" dirty="0" err="1">
                <a:solidFill>
                  <a:schemeClr val="bg1"/>
                </a:solidFill>
              </a:rPr>
              <a:t>answer</a:t>
            </a:r>
            <a:r>
              <a:rPr lang="pt-BR" sz="3200" dirty="0">
                <a:solidFill>
                  <a:schemeClr val="bg1"/>
                </a:solidFill>
              </a:rPr>
              <a:t>–</a:t>
            </a:r>
            <a:r>
              <a:rPr lang="pt-BR" sz="3200" dirty="0" err="1">
                <a:solidFill>
                  <a:schemeClr val="bg1"/>
                </a:solidFill>
              </a:rPr>
              <a:t>answered</a:t>
            </a:r>
            <a:r>
              <a:rPr lang="pt-BR" sz="3200" dirty="0">
                <a:solidFill>
                  <a:schemeClr val="bg1"/>
                </a:solidFill>
              </a:rPr>
              <a:t>/ </a:t>
            </a:r>
            <a:r>
              <a:rPr lang="pt-BR" sz="3200" dirty="0" err="1">
                <a:solidFill>
                  <a:schemeClr val="bg1"/>
                </a:solidFill>
              </a:rPr>
              <a:t>To</a:t>
            </a:r>
            <a:r>
              <a:rPr lang="pt-BR" sz="3200" dirty="0">
                <a:solidFill>
                  <a:schemeClr val="bg1"/>
                </a:solidFill>
              </a:rPr>
              <a:t> </a:t>
            </a:r>
            <a:r>
              <a:rPr lang="pt-BR" sz="3200" dirty="0" err="1">
                <a:solidFill>
                  <a:schemeClr val="bg1"/>
                </a:solidFill>
              </a:rPr>
              <a:t>talk</a:t>
            </a:r>
            <a:r>
              <a:rPr lang="pt-BR" sz="3200" dirty="0">
                <a:solidFill>
                  <a:schemeClr val="bg1"/>
                </a:solidFill>
              </a:rPr>
              <a:t>– </a:t>
            </a:r>
            <a:r>
              <a:rPr lang="pt-BR" sz="3200" dirty="0" err="1">
                <a:solidFill>
                  <a:schemeClr val="bg1"/>
                </a:solidFill>
              </a:rPr>
              <a:t>talked</a:t>
            </a:r>
            <a:r>
              <a:rPr lang="pt-BR" sz="3200" dirty="0">
                <a:solidFill>
                  <a:schemeClr val="bg1"/>
                </a:solidFill>
              </a:rPr>
              <a:t>/ </a:t>
            </a:r>
            <a:r>
              <a:rPr lang="pt-BR" sz="3200" dirty="0" err="1">
                <a:solidFill>
                  <a:schemeClr val="bg1"/>
                </a:solidFill>
              </a:rPr>
              <a:t>There</a:t>
            </a:r>
            <a:r>
              <a:rPr lang="pt-BR" sz="3200" dirty="0">
                <a:solidFill>
                  <a:schemeClr val="bg1"/>
                </a:solidFill>
              </a:rPr>
              <a:t> </a:t>
            </a:r>
            <a:r>
              <a:rPr lang="pt-BR" sz="3200" dirty="0" err="1">
                <a:solidFill>
                  <a:schemeClr val="bg1"/>
                </a:solidFill>
              </a:rPr>
              <a:t>is</a:t>
            </a:r>
            <a:r>
              <a:rPr lang="pt-BR" sz="3200" dirty="0">
                <a:solidFill>
                  <a:schemeClr val="bg1"/>
                </a:solidFill>
              </a:rPr>
              <a:t>- </a:t>
            </a:r>
            <a:r>
              <a:rPr lang="pt-BR" sz="3200" dirty="0" err="1">
                <a:solidFill>
                  <a:schemeClr val="bg1"/>
                </a:solidFill>
              </a:rPr>
              <a:t>There</a:t>
            </a:r>
            <a:r>
              <a:rPr lang="pt-BR" sz="3200" dirty="0">
                <a:solidFill>
                  <a:schemeClr val="bg1"/>
                </a:solidFill>
              </a:rPr>
              <a:t> are</a:t>
            </a:r>
          </a:p>
        </p:txBody>
      </p:sp>
    </p:spTree>
    <p:extLst>
      <p:ext uri="{BB962C8B-B14F-4D97-AF65-F5344CB8AC3E}">
        <p14:creationId xmlns:p14="http://schemas.microsoft.com/office/powerpoint/2010/main" val="4548580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8541" y="401739"/>
            <a:ext cx="4308748" cy="2511648"/>
          </a:xfrm>
          <a:prstGeom prst="rect">
            <a:avLst/>
          </a:prstGeom>
        </p:spPr>
      </p:pic>
      <p:sp>
        <p:nvSpPr>
          <p:cNvPr id="5" name="Título 1"/>
          <p:cNvSpPr txBox="1">
            <a:spLocks/>
          </p:cNvSpPr>
          <p:nvPr/>
        </p:nvSpPr>
        <p:spPr>
          <a:xfrm>
            <a:off x="240012" y="401739"/>
            <a:ext cx="3192301" cy="84323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pt-BR">
                <a:solidFill>
                  <a:srgbClr val="002060"/>
                </a:solidFill>
              </a:rPr>
              <a:t>LESSON SEVEN</a:t>
            </a:r>
          </a:p>
        </p:txBody>
      </p:sp>
      <p:sp>
        <p:nvSpPr>
          <p:cNvPr id="10" name="Título 1"/>
          <p:cNvSpPr>
            <a:spLocks noGrp="1"/>
          </p:cNvSpPr>
          <p:nvPr>
            <p:ph type="title"/>
          </p:nvPr>
        </p:nvSpPr>
        <p:spPr>
          <a:xfrm>
            <a:off x="147247" y="1486397"/>
            <a:ext cx="8596668" cy="843237"/>
          </a:xfrm>
        </p:spPr>
        <p:txBody>
          <a:bodyPr>
            <a:normAutofit/>
          </a:bodyPr>
          <a:lstStyle/>
          <a:p>
            <a:r>
              <a:rPr lang="pt-BR" sz="3200">
                <a:solidFill>
                  <a:srgbClr val="7030A0"/>
                </a:solidFill>
              </a:rPr>
              <a:t>VOCABULARY</a:t>
            </a:r>
          </a:p>
        </p:txBody>
      </p:sp>
      <p:sp>
        <p:nvSpPr>
          <p:cNvPr id="11" name="Título 1"/>
          <p:cNvSpPr txBox="1">
            <a:spLocks/>
          </p:cNvSpPr>
          <p:nvPr/>
        </p:nvSpPr>
        <p:spPr>
          <a:xfrm>
            <a:off x="240012" y="4644276"/>
            <a:ext cx="8596668" cy="75762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pt-BR" sz="3200">
                <a:solidFill>
                  <a:srgbClr val="7030A0"/>
                </a:solidFill>
              </a:rPr>
              <a:t>EXPRESS YOURSELF</a:t>
            </a:r>
          </a:p>
        </p:txBody>
      </p:sp>
      <p:sp>
        <p:nvSpPr>
          <p:cNvPr id="6" name="Espaço Reservado para Conteúdo 2"/>
          <p:cNvSpPr>
            <a:spLocks noGrp="1"/>
          </p:cNvSpPr>
          <p:nvPr>
            <p:ph idx="1"/>
          </p:nvPr>
        </p:nvSpPr>
        <p:spPr>
          <a:xfrm>
            <a:off x="147247" y="2559748"/>
            <a:ext cx="8596668" cy="1709087"/>
          </a:xfrm>
        </p:spPr>
        <p:txBody>
          <a:bodyPr>
            <a:noAutofit/>
          </a:bodyPr>
          <a:lstStyle/>
          <a:p>
            <a:pPr algn="just"/>
            <a:r>
              <a:rPr lang="pt-BR" sz="2400" dirty="0" err="1">
                <a:solidFill>
                  <a:schemeClr val="bg1"/>
                </a:solidFill>
              </a:rPr>
              <a:t>Course</a:t>
            </a:r>
            <a:r>
              <a:rPr lang="pt-BR" sz="2400" dirty="0">
                <a:solidFill>
                  <a:schemeClr val="bg1"/>
                </a:solidFill>
              </a:rPr>
              <a:t>; </a:t>
            </a:r>
            <a:r>
              <a:rPr lang="pt-BR" sz="2400" dirty="0" err="1">
                <a:solidFill>
                  <a:schemeClr val="bg1"/>
                </a:solidFill>
              </a:rPr>
              <a:t>college</a:t>
            </a:r>
            <a:r>
              <a:rPr lang="pt-BR" sz="2400" dirty="0">
                <a:solidFill>
                  <a:schemeClr val="bg1"/>
                </a:solidFill>
              </a:rPr>
              <a:t>; </a:t>
            </a:r>
            <a:r>
              <a:rPr lang="pt-BR" sz="2400" dirty="0" err="1">
                <a:solidFill>
                  <a:schemeClr val="bg1"/>
                </a:solidFill>
              </a:rPr>
              <a:t>private</a:t>
            </a:r>
            <a:r>
              <a:rPr lang="pt-BR" sz="2400" dirty="0">
                <a:solidFill>
                  <a:schemeClr val="bg1"/>
                </a:solidFill>
              </a:rPr>
              <a:t>; </a:t>
            </a:r>
            <a:r>
              <a:rPr lang="pt-BR" sz="2400" dirty="0" err="1">
                <a:solidFill>
                  <a:schemeClr val="bg1"/>
                </a:solidFill>
              </a:rPr>
              <a:t>public</a:t>
            </a:r>
            <a:r>
              <a:rPr lang="pt-BR" sz="2400" dirty="0">
                <a:solidFill>
                  <a:schemeClr val="bg1"/>
                </a:solidFill>
              </a:rPr>
              <a:t>; </a:t>
            </a:r>
            <a:r>
              <a:rPr lang="pt-BR" sz="2400" dirty="0" err="1">
                <a:solidFill>
                  <a:schemeClr val="bg1"/>
                </a:solidFill>
              </a:rPr>
              <a:t>if</a:t>
            </a:r>
            <a:r>
              <a:rPr lang="pt-BR" sz="2400" dirty="0">
                <a:solidFill>
                  <a:schemeClr val="bg1"/>
                </a:solidFill>
              </a:rPr>
              <a:t>; file; </a:t>
            </a:r>
            <a:r>
              <a:rPr lang="pt-BR" sz="2400" dirty="0" err="1">
                <a:solidFill>
                  <a:schemeClr val="bg1"/>
                </a:solidFill>
              </a:rPr>
              <a:t>test</a:t>
            </a:r>
            <a:r>
              <a:rPr lang="pt-BR" sz="2400" dirty="0">
                <a:solidFill>
                  <a:schemeClr val="bg1"/>
                </a:solidFill>
              </a:rPr>
              <a:t>; grade; schedule; </a:t>
            </a:r>
            <a:r>
              <a:rPr lang="pt-BR" sz="2400" dirty="0" err="1">
                <a:solidFill>
                  <a:schemeClr val="bg1"/>
                </a:solidFill>
              </a:rPr>
              <a:t>report</a:t>
            </a:r>
            <a:r>
              <a:rPr lang="pt-BR" sz="2400" dirty="0">
                <a:solidFill>
                  <a:schemeClr val="bg1"/>
                </a:solidFill>
              </a:rPr>
              <a:t>; </a:t>
            </a:r>
            <a:r>
              <a:rPr lang="pt-BR" sz="2400" dirty="0" err="1">
                <a:solidFill>
                  <a:schemeClr val="bg1"/>
                </a:solidFill>
              </a:rPr>
              <a:t>fortunately</a:t>
            </a:r>
            <a:r>
              <a:rPr lang="pt-BR" sz="2400" dirty="0">
                <a:solidFill>
                  <a:schemeClr val="bg1"/>
                </a:solidFill>
              </a:rPr>
              <a:t>; </a:t>
            </a:r>
            <a:r>
              <a:rPr lang="pt-BR" sz="2400" dirty="0" err="1">
                <a:solidFill>
                  <a:schemeClr val="bg1"/>
                </a:solidFill>
              </a:rPr>
              <a:t>unfortunately</a:t>
            </a:r>
            <a:r>
              <a:rPr lang="pt-BR" sz="2400" dirty="0">
                <a:solidFill>
                  <a:schemeClr val="bg1"/>
                </a:solidFill>
              </a:rPr>
              <a:t>; </a:t>
            </a:r>
            <a:r>
              <a:rPr lang="pt-BR" sz="2400" dirty="0" err="1">
                <a:solidFill>
                  <a:schemeClr val="bg1"/>
                </a:solidFill>
              </a:rPr>
              <a:t>desk</a:t>
            </a:r>
            <a:r>
              <a:rPr lang="pt-BR" sz="2400" dirty="0">
                <a:solidFill>
                  <a:schemeClr val="bg1"/>
                </a:solidFill>
              </a:rPr>
              <a:t>; notebook; </a:t>
            </a:r>
            <a:r>
              <a:rPr lang="pt-BR" sz="2400" dirty="0" err="1">
                <a:solidFill>
                  <a:schemeClr val="bg1"/>
                </a:solidFill>
              </a:rPr>
              <a:t>pencil</a:t>
            </a:r>
            <a:r>
              <a:rPr lang="pt-BR" sz="2400" dirty="0">
                <a:solidFill>
                  <a:schemeClr val="bg1"/>
                </a:solidFill>
              </a:rPr>
              <a:t>; pen; </a:t>
            </a:r>
            <a:r>
              <a:rPr lang="pt-BR" sz="2400" dirty="0" err="1">
                <a:solidFill>
                  <a:schemeClr val="bg1"/>
                </a:solidFill>
              </a:rPr>
              <a:t>ruler</a:t>
            </a:r>
            <a:r>
              <a:rPr lang="pt-BR" sz="2400" dirty="0">
                <a:solidFill>
                  <a:schemeClr val="bg1"/>
                </a:solidFill>
              </a:rPr>
              <a:t>; </a:t>
            </a:r>
            <a:r>
              <a:rPr lang="pt-BR" sz="2400" dirty="0" err="1">
                <a:solidFill>
                  <a:schemeClr val="bg1"/>
                </a:solidFill>
              </a:rPr>
              <a:t>calendar</a:t>
            </a:r>
            <a:r>
              <a:rPr lang="pt-BR" sz="2400" dirty="0">
                <a:solidFill>
                  <a:schemeClr val="bg1"/>
                </a:solidFill>
              </a:rPr>
              <a:t>; </a:t>
            </a:r>
            <a:r>
              <a:rPr lang="pt-BR" sz="2400" dirty="0" err="1">
                <a:solidFill>
                  <a:schemeClr val="bg1"/>
                </a:solidFill>
              </a:rPr>
              <a:t>eraser</a:t>
            </a:r>
            <a:r>
              <a:rPr lang="pt-BR" sz="2400" dirty="0">
                <a:solidFill>
                  <a:schemeClr val="bg1"/>
                </a:solidFill>
              </a:rPr>
              <a:t>; folder; </a:t>
            </a:r>
            <a:r>
              <a:rPr lang="pt-BR" sz="2400" dirty="0" err="1">
                <a:solidFill>
                  <a:schemeClr val="bg1"/>
                </a:solidFill>
              </a:rPr>
              <a:t>glue</a:t>
            </a:r>
            <a:r>
              <a:rPr lang="pt-BR" sz="2400" dirty="0">
                <a:solidFill>
                  <a:schemeClr val="bg1"/>
                </a:solidFill>
              </a:rPr>
              <a:t>; </a:t>
            </a:r>
            <a:r>
              <a:rPr lang="pt-BR" sz="2400" dirty="0" err="1">
                <a:solidFill>
                  <a:schemeClr val="bg1"/>
                </a:solidFill>
              </a:rPr>
              <a:t>stapler</a:t>
            </a:r>
            <a:r>
              <a:rPr lang="pt-BR" sz="2400" dirty="0">
                <a:solidFill>
                  <a:schemeClr val="bg1"/>
                </a:solidFill>
              </a:rPr>
              <a:t>; </a:t>
            </a:r>
            <a:r>
              <a:rPr lang="pt-BR" sz="2400" dirty="0" err="1">
                <a:solidFill>
                  <a:schemeClr val="bg1"/>
                </a:solidFill>
              </a:rPr>
              <a:t>board</a:t>
            </a:r>
            <a:r>
              <a:rPr lang="pt-BR" sz="2400" dirty="0">
                <a:solidFill>
                  <a:schemeClr val="bg1"/>
                </a:solidFill>
              </a:rPr>
              <a:t>; wallet; </a:t>
            </a:r>
            <a:r>
              <a:rPr lang="pt-BR" sz="2400" dirty="0" err="1">
                <a:solidFill>
                  <a:schemeClr val="bg1"/>
                </a:solidFill>
              </a:rPr>
              <a:t>enough</a:t>
            </a:r>
            <a:r>
              <a:rPr lang="pt-BR" sz="2400" dirty="0">
                <a:solidFill>
                  <a:schemeClr val="bg1"/>
                </a:solidFill>
              </a:rPr>
              <a:t>; </a:t>
            </a:r>
            <a:r>
              <a:rPr lang="pt-BR" sz="2400" dirty="0" err="1">
                <a:solidFill>
                  <a:schemeClr val="bg1"/>
                </a:solidFill>
              </a:rPr>
              <a:t>slowly</a:t>
            </a:r>
            <a:r>
              <a:rPr lang="pt-BR" sz="2400" dirty="0">
                <a:solidFill>
                  <a:schemeClr val="bg1"/>
                </a:solidFill>
              </a:rPr>
              <a:t>; </a:t>
            </a:r>
            <a:r>
              <a:rPr lang="pt-BR" sz="2400" dirty="0" err="1">
                <a:solidFill>
                  <a:schemeClr val="bg1"/>
                </a:solidFill>
              </a:rPr>
              <a:t>ready</a:t>
            </a:r>
            <a:r>
              <a:rPr lang="pt-BR" sz="2400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7" name="Espaço Reservado para Conteúdo 2"/>
          <p:cNvSpPr txBox="1">
            <a:spLocks/>
          </p:cNvSpPr>
          <p:nvPr/>
        </p:nvSpPr>
        <p:spPr>
          <a:xfrm>
            <a:off x="240012" y="5428297"/>
            <a:ext cx="8596668" cy="104507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3200" b="1" err="1">
                <a:solidFill>
                  <a:schemeClr val="bg1"/>
                </a:solidFill>
              </a:rPr>
              <a:t>Coffee</a:t>
            </a:r>
            <a:r>
              <a:rPr lang="pt-BR" sz="3200" b="1">
                <a:solidFill>
                  <a:schemeClr val="bg1"/>
                </a:solidFill>
              </a:rPr>
              <a:t> break; </a:t>
            </a:r>
            <a:r>
              <a:rPr lang="pt-BR" sz="3200" b="1" err="1">
                <a:solidFill>
                  <a:schemeClr val="bg1"/>
                </a:solidFill>
              </a:rPr>
              <a:t>whatever</a:t>
            </a:r>
            <a:r>
              <a:rPr lang="pt-BR" sz="3200" b="1">
                <a:solidFill>
                  <a:schemeClr val="bg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46903425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8541" y="401739"/>
            <a:ext cx="4308748" cy="2511648"/>
          </a:xfrm>
          <a:prstGeom prst="rect">
            <a:avLst/>
          </a:prstGeom>
        </p:spPr>
      </p:pic>
      <p:sp>
        <p:nvSpPr>
          <p:cNvPr id="5" name="Título 1"/>
          <p:cNvSpPr txBox="1">
            <a:spLocks/>
          </p:cNvSpPr>
          <p:nvPr/>
        </p:nvSpPr>
        <p:spPr>
          <a:xfrm>
            <a:off x="240012" y="401739"/>
            <a:ext cx="3192301" cy="84323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pt-BR">
                <a:solidFill>
                  <a:srgbClr val="002060"/>
                </a:solidFill>
              </a:rPr>
              <a:t>LESSON EIGHT</a:t>
            </a:r>
          </a:p>
        </p:txBody>
      </p:sp>
      <p:sp>
        <p:nvSpPr>
          <p:cNvPr id="6" name="Título 1"/>
          <p:cNvSpPr>
            <a:spLocks noGrp="1"/>
          </p:cNvSpPr>
          <p:nvPr>
            <p:ph type="title"/>
          </p:nvPr>
        </p:nvSpPr>
        <p:spPr>
          <a:xfrm>
            <a:off x="240012" y="1244976"/>
            <a:ext cx="2383918" cy="973680"/>
          </a:xfrm>
        </p:spPr>
        <p:txBody>
          <a:bodyPr/>
          <a:lstStyle/>
          <a:p>
            <a:r>
              <a:rPr lang="pt-BR">
                <a:solidFill>
                  <a:srgbClr val="7030A0"/>
                </a:solidFill>
              </a:rPr>
              <a:t>Verbs</a:t>
            </a:r>
          </a:p>
        </p:txBody>
      </p:sp>
      <p:sp>
        <p:nvSpPr>
          <p:cNvPr id="8" name="Espaço Reservado para Conteúdo 7"/>
          <p:cNvSpPr>
            <a:spLocks noGrp="1"/>
          </p:cNvSpPr>
          <p:nvPr>
            <p:ph idx="1"/>
          </p:nvPr>
        </p:nvSpPr>
        <p:spPr>
          <a:xfrm>
            <a:off x="240012" y="2607926"/>
            <a:ext cx="8596668" cy="1319211"/>
          </a:xfrm>
        </p:spPr>
        <p:txBody>
          <a:bodyPr>
            <a:normAutofit/>
          </a:bodyPr>
          <a:lstStyle/>
          <a:p>
            <a:pPr algn="just"/>
            <a:r>
              <a:rPr lang="en-US" sz="3200" dirty="0">
                <a:solidFill>
                  <a:schemeClr val="bg1"/>
                </a:solidFill>
              </a:rPr>
              <a:t>To</a:t>
            </a:r>
            <a:r>
              <a:rPr lang="pt-BR" sz="3200" dirty="0">
                <a:solidFill>
                  <a:schemeClr val="bg1"/>
                </a:solidFill>
              </a:rPr>
              <a:t> </a:t>
            </a:r>
            <a:r>
              <a:rPr lang="pt-BR" sz="3200" dirty="0" err="1">
                <a:solidFill>
                  <a:schemeClr val="bg1"/>
                </a:solidFill>
              </a:rPr>
              <a:t>leave-left</a:t>
            </a:r>
            <a:r>
              <a:rPr lang="pt-BR" sz="3200" dirty="0">
                <a:solidFill>
                  <a:schemeClr val="bg1"/>
                </a:solidFill>
              </a:rPr>
              <a:t>/ </a:t>
            </a:r>
            <a:r>
              <a:rPr lang="pt-BR" sz="3200" dirty="0" err="1">
                <a:solidFill>
                  <a:schemeClr val="bg1"/>
                </a:solidFill>
              </a:rPr>
              <a:t>To</a:t>
            </a:r>
            <a:r>
              <a:rPr lang="pt-BR" sz="3200" dirty="0">
                <a:solidFill>
                  <a:schemeClr val="bg1"/>
                </a:solidFill>
              </a:rPr>
              <a:t> </a:t>
            </a:r>
            <a:r>
              <a:rPr lang="pt-BR" sz="3200" dirty="0" err="1">
                <a:solidFill>
                  <a:schemeClr val="bg1"/>
                </a:solidFill>
              </a:rPr>
              <a:t>watch-watched</a:t>
            </a:r>
            <a:r>
              <a:rPr lang="pt-BR" sz="3200" dirty="0">
                <a:solidFill>
                  <a:schemeClr val="bg1"/>
                </a:solidFill>
              </a:rPr>
              <a:t>/ </a:t>
            </a:r>
            <a:r>
              <a:rPr lang="pt-BR" sz="3200" dirty="0" err="1">
                <a:solidFill>
                  <a:schemeClr val="bg1"/>
                </a:solidFill>
              </a:rPr>
              <a:t>To</a:t>
            </a:r>
            <a:r>
              <a:rPr lang="pt-BR" sz="3200" dirty="0">
                <a:solidFill>
                  <a:schemeClr val="bg1"/>
                </a:solidFill>
              </a:rPr>
              <a:t> </a:t>
            </a:r>
            <a:r>
              <a:rPr lang="pt-BR" sz="3200" dirty="0" err="1">
                <a:solidFill>
                  <a:schemeClr val="bg1"/>
                </a:solidFill>
              </a:rPr>
              <a:t>wait</a:t>
            </a:r>
            <a:r>
              <a:rPr lang="pt-BR" sz="3200" dirty="0">
                <a:solidFill>
                  <a:schemeClr val="bg1"/>
                </a:solidFill>
              </a:rPr>
              <a:t>– </a:t>
            </a:r>
            <a:r>
              <a:rPr lang="pt-BR" sz="3200" dirty="0" err="1">
                <a:solidFill>
                  <a:schemeClr val="bg1"/>
                </a:solidFill>
              </a:rPr>
              <a:t>waited</a:t>
            </a:r>
            <a:r>
              <a:rPr lang="pt-BR" sz="3200" dirty="0">
                <a:solidFill>
                  <a:schemeClr val="bg1"/>
                </a:solidFill>
              </a:rPr>
              <a:t>/ </a:t>
            </a:r>
            <a:r>
              <a:rPr lang="pt-BR" sz="3200" dirty="0" err="1">
                <a:solidFill>
                  <a:schemeClr val="bg1"/>
                </a:solidFill>
              </a:rPr>
              <a:t>There</a:t>
            </a:r>
            <a:r>
              <a:rPr lang="pt-BR" sz="3200" dirty="0">
                <a:solidFill>
                  <a:schemeClr val="bg1"/>
                </a:solidFill>
              </a:rPr>
              <a:t> </a:t>
            </a:r>
            <a:r>
              <a:rPr lang="pt-BR" sz="3200" dirty="0" err="1">
                <a:solidFill>
                  <a:schemeClr val="bg1"/>
                </a:solidFill>
              </a:rPr>
              <a:t>was-There</a:t>
            </a:r>
            <a:r>
              <a:rPr lang="pt-BR" sz="3200" dirty="0">
                <a:solidFill>
                  <a:schemeClr val="bg1"/>
                </a:solidFill>
              </a:rPr>
              <a:t> </a:t>
            </a:r>
            <a:r>
              <a:rPr lang="pt-BR" sz="3200" dirty="0" err="1">
                <a:solidFill>
                  <a:schemeClr val="bg1"/>
                </a:solidFill>
              </a:rPr>
              <a:t>were</a:t>
            </a:r>
            <a:endParaRPr lang="pt-BR" sz="3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3216381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8541" y="401739"/>
            <a:ext cx="4308748" cy="2511648"/>
          </a:xfrm>
          <a:prstGeom prst="rect">
            <a:avLst/>
          </a:prstGeom>
        </p:spPr>
      </p:pic>
      <p:sp>
        <p:nvSpPr>
          <p:cNvPr id="5" name="Título 1"/>
          <p:cNvSpPr txBox="1">
            <a:spLocks/>
          </p:cNvSpPr>
          <p:nvPr/>
        </p:nvSpPr>
        <p:spPr>
          <a:xfrm>
            <a:off x="240012" y="401739"/>
            <a:ext cx="3192301" cy="84323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pt-BR">
                <a:solidFill>
                  <a:srgbClr val="002060"/>
                </a:solidFill>
              </a:rPr>
              <a:t>LESSON EIGHT</a:t>
            </a:r>
          </a:p>
        </p:txBody>
      </p:sp>
      <p:sp>
        <p:nvSpPr>
          <p:cNvPr id="10" name="Título 1"/>
          <p:cNvSpPr>
            <a:spLocks noGrp="1"/>
          </p:cNvSpPr>
          <p:nvPr>
            <p:ph type="title"/>
          </p:nvPr>
        </p:nvSpPr>
        <p:spPr>
          <a:xfrm>
            <a:off x="147247" y="1486397"/>
            <a:ext cx="8596668" cy="843237"/>
          </a:xfrm>
        </p:spPr>
        <p:txBody>
          <a:bodyPr>
            <a:normAutofit/>
          </a:bodyPr>
          <a:lstStyle/>
          <a:p>
            <a:r>
              <a:rPr lang="pt-BR" sz="3200">
                <a:solidFill>
                  <a:srgbClr val="7030A0"/>
                </a:solidFill>
              </a:rPr>
              <a:t>VOCABULARY</a:t>
            </a:r>
          </a:p>
        </p:txBody>
      </p:sp>
      <p:sp>
        <p:nvSpPr>
          <p:cNvPr id="11" name="Título 1"/>
          <p:cNvSpPr txBox="1">
            <a:spLocks/>
          </p:cNvSpPr>
          <p:nvPr/>
        </p:nvSpPr>
        <p:spPr>
          <a:xfrm>
            <a:off x="240012" y="4644276"/>
            <a:ext cx="8596668" cy="75762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pt-BR" sz="3200">
                <a:solidFill>
                  <a:srgbClr val="7030A0"/>
                </a:solidFill>
              </a:rPr>
              <a:t>EXPRESS YOURSELF</a:t>
            </a:r>
          </a:p>
        </p:txBody>
      </p:sp>
      <p:sp>
        <p:nvSpPr>
          <p:cNvPr id="6" name="Espaço Reservado para Conteúdo 2"/>
          <p:cNvSpPr>
            <a:spLocks noGrp="1"/>
          </p:cNvSpPr>
          <p:nvPr>
            <p:ph idx="1"/>
          </p:nvPr>
        </p:nvSpPr>
        <p:spPr>
          <a:xfrm>
            <a:off x="147247" y="2559748"/>
            <a:ext cx="8596668" cy="1709087"/>
          </a:xfrm>
        </p:spPr>
        <p:txBody>
          <a:bodyPr>
            <a:noAutofit/>
          </a:bodyPr>
          <a:lstStyle/>
          <a:p>
            <a:pPr algn="just"/>
            <a:r>
              <a:rPr lang="en-US" sz="2400" dirty="0">
                <a:solidFill>
                  <a:schemeClr val="bg1"/>
                </a:solidFill>
              </a:rPr>
              <a:t>Employee</a:t>
            </a:r>
            <a:r>
              <a:rPr lang="pt-BR" sz="2400" dirty="0">
                <a:solidFill>
                  <a:schemeClr val="bg1"/>
                </a:solidFill>
              </a:rPr>
              <a:t>; </a:t>
            </a:r>
            <a:r>
              <a:rPr lang="pt-BR" sz="2400" dirty="0" err="1">
                <a:solidFill>
                  <a:schemeClr val="bg1"/>
                </a:solidFill>
              </a:rPr>
              <a:t>government</a:t>
            </a:r>
            <a:r>
              <a:rPr lang="pt-BR" sz="2400" dirty="0">
                <a:solidFill>
                  <a:schemeClr val="bg1"/>
                </a:solidFill>
              </a:rPr>
              <a:t>; </a:t>
            </a:r>
            <a:r>
              <a:rPr lang="pt-BR" sz="2400" dirty="0" err="1">
                <a:solidFill>
                  <a:schemeClr val="bg1"/>
                </a:solidFill>
              </a:rPr>
              <a:t>great</a:t>
            </a:r>
            <a:r>
              <a:rPr lang="pt-BR" sz="2400" dirty="0">
                <a:solidFill>
                  <a:schemeClr val="bg1"/>
                </a:solidFill>
              </a:rPr>
              <a:t>; </a:t>
            </a:r>
            <a:r>
              <a:rPr lang="pt-BR" sz="2400" dirty="0" err="1">
                <a:solidFill>
                  <a:schemeClr val="bg1"/>
                </a:solidFill>
              </a:rPr>
              <a:t>interested</a:t>
            </a:r>
            <a:r>
              <a:rPr lang="pt-BR" sz="2400" dirty="0">
                <a:solidFill>
                  <a:schemeClr val="bg1"/>
                </a:solidFill>
              </a:rPr>
              <a:t>; </a:t>
            </a:r>
            <a:r>
              <a:rPr lang="pt-BR" sz="2400" dirty="0" err="1">
                <a:solidFill>
                  <a:schemeClr val="bg1"/>
                </a:solidFill>
              </a:rPr>
              <a:t>building</a:t>
            </a:r>
            <a:r>
              <a:rPr lang="pt-BR" sz="2400" dirty="0">
                <a:solidFill>
                  <a:schemeClr val="bg1"/>
                </a:solidFill>
              </a:rPr>
              <a:t>; </a:t>
            </a:r>
            <a:r>
              <a:rPr lang="pt-BR" sz="2400" dirty="0" err="1">
                <a:solidFill>
                  <a:schemeClr val="bg1"/>
                </a:solidFill>
              </a:rPr>
              <a:t>both</a:t>
            </a:r>
            <a:r>
              <a:rPr lang="pt-BR" sz="2400" dirty="0">
                <a:solidFill>
                  <a:schemeClr val="bg1"/>
                </a:solidFill>
              </a:rPr>
              <a:t>; nurse; </a:t>
            </a:r>
            <a:r>
              <a:rPr lang="pt-BR" sz="2400" dirty="0" err="1">
                <a:solidFill>
                  <a:schemeClr val="bg1"/>
                </a:solidFill>
              </a:rPr>
              <a:t>theater</a:t>
            </a:r>
            <a:r>
              <a:rPr lang="pt-BR" sz="2400" dirty="0">
                <a:solidFill>
                  <a:schemeClr val="bg1"/>
                </a:solidFill>
              </a:rPr>
              <a:t>; play; </a:t>
            </a:r>
            <a:r>
              <a:rPr lang="pt-BR" sz="2400" dirty="0" err="1">
                <a:solidFill>
                  <a:schemeClr val="bg1"/>
                </a:solidFill>
              </a:rPr>
              <a:t>actor</a:t>
            </a:r>
            <a:r>
              <a:rPr lang="pt-BR" sz="2400" dirty="0">
                <a:solidFill>
                  <a:schemeClr val="bg1"/>
                </a:solidFill>
              </a:rPr>
              <a:t>; </a:t>
            </a:r>
            <a:r>
              <a:rPr lang="pt-BR" sz="2400" dirty="0" err="1">
                <a:solidFill>
                  <a:schemeClr val="bg1"/>
                </a:solidFill>
              </a:rPr>
              <a:t>actress</a:t>
            </a:r>
            <a:r>
              <a:rPr lang="pt-BR" sz="2400" dirty="0">
                <a:solidFill>
                  <a:schemeClr val="bg1"/>
                </a:solidFill>
              </a:rPr>
              <a:t>; </a:t>
            </a:r>
            <a:r>
              <a:rPr lang="pt-BR" sz="2400" dirty="0" err="1">
                <a:solidFill>
                  <a:schemeClr val="bg1"/>
                </a:solidFill>
              </a:rPr>
              <a:t>movie</a:t>
            </a:r>
            <a:r>
              <a:rPr lang="pt-BR" sz="2400" dirty="0">
                <a:solidFill>
                  <a:schemeClr val="bg1"/>
                </a:solidFill>
              </a:rPr>
              <a:t>; </a:t>
            </a:r>
            <a:r>
              <a:rPr lang="pt-BR" sz="2400" dirty="0" err="1">
                <a:solidFill>
                  <a:schemeClr val="bg1"/>
                </a:solidFill>
              </a:rPr>
              <a:t>message</a:t>
            </a:r>
            <a:r>
              <a:rPr lang="pt-BR" sz="2400" dirty="0">
                <a:solidFill>
                  <a:schemeClr val="bg1"/>
                </a:solidFill>
              </a:rPr>
              <a:t>; </a:t>
            </a:r>
            <a:r>
              <a:rPr lang="pt-BR" sz="2400" dirty="0" err="1">
                <a:solidFill>
                  <a:schemeClr val="bg1"/>
                </a:solidFill>
              </a:rPr>
              <a:t>moment</a:t>
            </a:r>
            <a:r>
              <a:rPr lang="pt-BR" sz="2400" dirty="0">
                <a:solidFill>
                  <a:schemeClr val="bg1"/>
                </a:solidFill>
              </a:rPr>
              <a:t>; </a:t>
            </a:r>
            <a:r>
              <a:rPr lang="pt-BR" sz="2400" dirty="0" err="1">
                <a:solidFill>
                  <a:schemeClr val="bg1"/>
                </a:solidFill>
              </a:rPr>
              <a:t>amusement</a:t>
            </a:r>
            <a:r>
              <a:rPr lang="pt-BR" sz="2400" dirty="0">
                <a:solidFill>
                  <a:schemeClr val="bg1"/>
                </a:solidFill>
              </a:rPr>
              <a:t> </a:t>
            </a:r>
            <a:r>
              <a:rPr lang="pt-BR" sz="2400" dirty="0" err="1">
                <a:solidFill>
                  <a:schemeClr val="bg1"/>
                </a:solidFill>
              </a:rPr>
              <a:t>park</a:t>
            </a:r>
            <a:r>
              <a:rPr lang="pt-BR" sz="2400" dirty="0">
                <a:solidFill>
                  <a:schemeClr val="bg1"/>
                </a:solidFill>
              </a:rPr>
              <a:t>; </a:t>
            </a:r>
            <a:r>
              <a:rPr lang="pt-BR" sz="2400" dirty="0" err="1">
                <a:solidFill>
                  <a:schemeClr val="bg1"/>
                </a:solidFill>
              </a:rPr>
              <a:t>teller</a:t>
            </a:r>
            <a:r>
              <a:rPr lang="pt-BR" sz="2400" dirty="0">
                <a:solidFill>
                  <a:schemeClr val="bg1"/>
                </a:solidFill>
              </a:rPr>
              <a:t>; </a:t>
            </a:r>
            <a:r>
              <a:rPr lang="pt-BR" sz="2400" dirty="0" err="1">
                <a:solidFill>
                  <a:schemeClr val="bg1"/>
                </a:solidFill>
              </a:rPr>
              <a:t>picture</a:t>
            </a:r>
            <a:r>
              <a:rPr lang="pt-BR" sz="2400" dirty="0">
                <a:solidFill>
                  <a:schemeClr val="bg1"/>
                </a:solidFill>
              </a:rPr>
              <a:t>; </a:t>
            </a:r>
            <a:r>
              <a:rPr lang="pt-BR" sz="2400" dirty="0" err="1">
                <a:solidFill>
                  <a:schemeClr val="bg1"/>
                </a:solidFill>
              </a:rPr>
              <a:t>camera</a:t>
            </a:r>
            <a:r>
              <a:rPr lang="pt-BR" sz="2400" dirty="0">
                <a:solidFill>
                  <a:schemeClr val="bg1"/>
                </a:solidFill>
              </a:rPr>
              <a:t>; </a:t>
            </a:r>
            <a:r>
              <a:rPr lang="pt-BR" sz="2400" dirty="0" err="1">
                <a:solidFill>
                  <a:schemeClr val="bg1"/>
                </a:solidFill>
              </a:rPr>
              <a:t>leisure</a:t>
            </a:r>
            <a:r>
              <a:rPr lang="pt-BR" sz="2400" dirty="0">
                <a:solidFill>
                  <a:schemeClr val="bg1"/>
                </a:solidFill>
              </a:rPr>
              <a:t>; </a:t>
            </a:r>
            <a:r>
              <a:rPr lang="pt-BR" sz="2400" dirty="0" err="1">
                <a:solidFill>
                  <a:schemeClr val="bg1"/>
                </a:solidFill>
              </a:rPr>
              <a:t>field</a:t>
            </a:r>
            <a:r>
              <a:rPr lang="pt-BR" sz="2400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7" name="Espaço Reservado para Conteúdo 2"/>
          <p:cNvSpPr txBox="1">
            <a:spLocks/>
          </p:cNvSpPr>
          <p:nvPr/>
        </p:nvSpPr>
        <p:spPr>
          <a:xfrm>
            <a:off x="240012" y="5428297"/>
            <a:ext cx="8596668" cy="104507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3200" b="1" err="1">
                <a:solidFill>
                  <a:schemeClr val="bg1"/>
                </a:solidFill>
              </a:rPr>
              <a:t>Coffee</a:t>
            </a:r>
            <a:r>
              <a:rPr lang="pt-BR" sz="3200" b="1">
                <a:solidFill>
                  <a:schemeClr val="bg1"/>
                </a:solidFill>
              </a:rPr>
              <a:t> break; </a:t>
            </a:r>
            <a:r>
              <a:rPr lang="pt-BR" sz="3200" b="1" err="1">
                <a:solidFill>
                  <a:schemeClr val="bg1"/>
                </a:solidFill>
              </a:rPr>
              <a:t>whatever</a:t>
            </a:r>
            <a:r>
              <a:rPr lang="pt-BR" sz="3200" b="1">
                <a:solidFill>
                  <a:schemeClr val="bg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66785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8541" y="401739"/>
            <a:ext cx="4308748" cy="2511648"/>
          </a:xfrm>
          <a:prstGeom prst="rect">
            <a:avLst/>
          </a:prstGeom>
        </p:spPr>
      </p:pic>
      <p:sp>
        <p:nvSpPr>
          <p:cNvPr id="5" name="Título 1"/>
          <p:cNvSpPr txBox="1">
            <a:spLocks/>
          </p:cNvSpPr>
          <p:nvPr/>
        </p:nvSpPr>
        <p:spPr>
          <a:xfrm>
            <a:off x="240012" y="401739"/>
            <a:ext cx="3192301" cy="84323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pt-BR" dirty="0">
                <a:solidFill>
                  <a:srgbClr val="002060"/>
                </a:solidFill>
              </a:rPr>
              <a:t>LESSON NINE</a:t>
            </a:r>
          </a:p>
        </p:txBody>
      </p:sp>
      <p:sp>
        <p:nvSpPr>
          <p:cNvPr id="6" name="Título 1"/>
          <p:cNvSpPr>
            <a:spLocks noGrp="1"/>
          </p:cNvSpPr>
          <p:nvPr>
            <p:ph type="title"/>
          </p:nvPr>
        </p:nvSpPr>
        <p:spPr>
          <a:xfrm>
            <a:off x="240012" y="1244976"/>
            <a:ext cx="2383918" cy="973680"/>
          </a:xfrm>
        </p:spPr>
        <p:txBody>
          <a:bodyPr/>
          <a:lstStyle/>
          <a:p>
            <a:r>
              <a:rPr lang="pt-BR">
                <a:solidFill>
                  <a:srgbClr val="7030A0"/>
                </a:solidFill>
              </a:rPr>
              <a:t>Verbs</a:t>
            </a:r>
          </a:p>
        </p:txBody>
      </p:sp>
      <p:sp>
        <p:nvSpPr>
          <p:cNvPr id="8" name="Espaço Reservado para Conteúdo 7"/>
          <p:cNvSpPr>
            <a:spLocks noGrp="1"/>
          </p:cNvSpPr>
          <p:nvPr>
            <p:ph idx="1"/>
          </p:nvPr>
        </p:nvSpPr>
        <p:spPr>
          <a:xfrm>
            <a:off x="240012" y="2607926"/>
            <a:ext cx="8596668" cy="1319211"/>
          </a:xfrm>
        </p:spPr>
        <p:txBody>
          <a:bodyPr>
            <a:normAutofit/>
          </a:bodyPr>
          <a:lstStyle/>
          <a:p>
            <a:pPr algn="just"/>
            <a:r>
              <a:rPr lang="en-US" sz="3200" dirty="0">
                <a:solidFill>
                  <a:schemeClr val="bg1"/>
                </a:solidFill>
              </a:rPr>
              <a:t>To</a:t>
            </a:r>
            <a:r>
              <a:rPr lang="pt-BR" sz="3200" dirty="0">
                <a:solidFill>
                  <a:schemeClr val="bg1"/>
                </a:solidFill>
              </a:rPr>
              <a:t> </a:t>
            </a:r>
            <a:r>
              <a:rPr lang="pt-BR" sz="3200" dirty="0" err="1">
                <a:solidFill>
                  <a:schemeClr val="bg1"/>
                </a:solidFill>
              </a:rPr>
              <a:t>arrive-arrived</a:t>
            </a:r>
            <a:r>
              <a:rPr lang="pt-BR" sz="3200" dirty="0">
                <a:solidFill>
                  <a:schemeClr val="bg1"/>
                </a:solidFill>
              </a:rPr>
              <a:t>/ </a:t>
            </a:r>
            <a:r>
              <a:rPr lang="pt-BR" sz="3200" dirty="0" err="1">
                <a:solidFill>
                  <a:schemeClr val="bg1"/>
                </a:solidFill>
              </a:rPr>
              <a:t>To</a:t>
            </a:r>
            <a:r>
              <a:rPr lang="pt-BR" sz="3200" dirty="0">
                <a:solidFill>
                  <a:schemeClr val="bg1"/>
                </a:solidFill>
              </a:rPr>
              <a:t> </a:t>
            </a:r>
            <a:r>
              <a:rPr lang="pt-BR" sz="3200" dirty="0" err="1">
                <a:solidFill>
                  <a:schemeClr val="bg1"/>
                </a:solidFill>
              </a:rPr>
              <a:t>put-put</a:t>
            </a:r>
            <a:r>
              <a:rPr lang="pt-BR" sz="3200" dirty="0">
                <a:solidFill>
                  <a:schemeClr val="bg1"/>
                </a:solidFill>
              </a:rPr>
              <a:t>/ </a:t>
            </a:r>
            <a:r>
              <a:rPr lang="pt-BR" sz="3200" dirty="0" err="1">
                <a:solidFill>
                  <a:schemeClr val="bg1"/>
                </a:solidFill>
              </a:rPr>
              <a:t>To</a:t>
            </a:r>
            <a:r>
              <a:rPr lang="pt-BR" sz="3200" dirty="0">
                <a:solidFill>
                  <a:schemeClr val="bg1"/>
                </a:solidFill>
              </a:rPr>
              <a:t> </a:t>
            </a:r>
            <a:r>
              <a:rPr lang="pt-BR" sz="3200" dirty="0" err="1">
                <a:solidFill>
                  <a:schemeClr val="bg1"/>
                </a:solidFill>
              </a:rPr>
              <a:t>rent</a:t>
            </a:r>
            <a:r>
              <a:rPr lang="pt-BR" sz="3200" dirty="0">
                <a:solidFill>
                  <a:schemeClr val="bg1"/>
                </a:solidFill>
              </a:rPr>
              <a:t>– </a:t>
            </a:r>
            <a:r>
              <a:rPr lang="pt-BR" sz="3200" dirty="0" err="1">
                <a:solidFill>
                  <a:schemeClr val="bg1"/>
                </a:solidFill>
              </a:rPr>
              <a:t>rented</a:t>
            </a:r>
            <a:r>
              <a:rPr lang="pt-BR" sz="3200" dirty="0">
                <a:solidFill>
                  <a:schemeClr val="bg1"/>
                </a:solidFill>
              </a:rPr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148661980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8541" y="401739"/>
            <a:ext cx="4308748" cy="2511648"/>
          </a:xfrm>
          <a:prstGeom prst="rect">
            <a:avLst/>
          </a:prstGeom>
        </p:spPr>
      </p:pic>
      <p:sp>
        <p:nvSpPr>
          <p:cNvPr id="5" name="Título 1"/>
          <p:cNvSpPr txBox="1">
            <a:spLocks/>
          </p:cNvSpPr>
          <p:nvPr/>
        </p:nvSpPr>
        <p:spPr>
          <a:xfrm>
            <a:off x="240012" y="401739"/>
            <a:ext cx="3192301" cy="84323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pt-BR" dirty="0">
                <a:solidFill>
                  <a:srgbClr val="002060"/>
                </a:solidFill>
              </a:rPr>
              <a:t>LESSON NINE</a:t>
            </a:r>
          </a:p>
        </p:txBody>
      </p:sp>
      <p:sp>
        <p:nvSpPr>
          <p:cNvPr id="10" name="Título 1"/>
          <p:cNvSpPr>
            <a:spLocks noGrp="1"/>
          </p:cNvSpPr>
          <p:nvPr>
            <p:ph type="title"/>
          </p:nvPr>
        </p:nvSpPr>
        <p:spPr>
          <a:xfrm>
            <a:off x="147247" y="1486397"/>
            <a:ext cx="8596668" cy="843237"/>
          </a:xfrm>
        </p:spPr>
        <p:txBody>
          <a:bodyPr>
            <a:normAutofit/>
          </a:bodyPr>
          <a:lstStyle/>
          <a:p>
            <a:r>
              <a:rPr lang="pt-BR" sz="3200">
                <a:solidFill>
                  <a:srgbClr val="7030A0"/>
                </a:solidFill>
              </a:rPr>
              <a:t>VOCABULARY</a:t>
            </a:r>
          </a:p>
        </p:txBody>
      </p:sp>
      <p:sp>
        <p:nvSpPr>
          <p:cNvPr id="11" name="Título 1"/>
          <p:cNvSpPr txBox="1">
            <a:spLocks/>
          </p:cNvSpPr>
          <p:nvPr/>
        </p:nvSpPr>
        <p:spPr>
          <a:xfrm>
            <a:off x="240012" y="4644276"/>
            <a:ext cx="8596668" cy="75762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pt-BR" sz="3200">
                <a:solidFill>
                  <a:srgbClr val="7030A0"/>
                </a:solidFill>
              </a:rPr>
              <a:t>EXPRESS YOURSELF</a:t>
            </a:r>
          </a:p>
        </p:txBody>
      </p:sp>
      <p:sp>
        <p:nvSpPr>
          <p:cNvPr id="6" name="Espaço Reservado para Conteúdo 2"/>
          <p:cNvSpPr>
            <a:spLocks noGrp="1"/>
          </p:cNvSpPr>
          <p:nvPr>
            <p:ph idx="1"/>
          </p:nvPr>
        </p:nvSpPr>
        <p:spPr>
          <a:xfrm>
            <a:off x="147247" y="2559748"/>
            <a:ext cx="8596668" cy="1709087"/>
          </a:xfrm>
        </p:spPr>
        <p:txBody>
          <a:bodyPr>
            <a:noAutofit/>
          </a:bodyPr>
          <a:lstStyle/>
          <a:p>
            <a:pPr algn="just"/>
            <a:r>
              <a:rPr lang="en-US" sz="2400" dirty="0">
                <a:solidFill>
                  <a:schemeClr val="bg1"/>
                </a:solidFill>
              </a:rPr>
              <a:t>Clothes; cap; rain; snow; weather; receipt; solution; passport; document; customs; gate; coin; penny; nickel; dime; quarter; socks; sneakers; pair; shoes; pants; belt; blouse; skirt; underwear; glasses. </a:t>
            </a:r>
            <a:endParaRPr lang="pt-BR" sz="2400" dirty="0">
              <a:solidFill>
                <a:schemeClr val="bg1"/>
              </a:solidFill>
            </a:endParaRPr>
          </a:p>
        </p:txBody>
      </p:sp>
      <p:sp>
        <p:nvSpPr>
          <p:cNvPr id="7" name="Espaço Reservado para Conteúdo 2"/>
          <p:cNvSpPr txBox="1">
            <a:spLocks/>
          </p:cNvSpPr>
          <p:nvPr/>
        </p:nvSpPr>
        <p:spPr>
          <a:xfrm>
            <a:off x="240012" y="5428297"/>
            <a:ext cx="8596668" cy="104507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3200" b="1" dirty="0" err="1">
                <a:solidFill>
                  <a:schemeClr val="bg1"/>
                </a:solidFill>
              </a:rPr>
              <a:t>What’s</a:t>
            </a:r>
            <a:r>
              <a:rPr lang="pt-BR" sz="3200" b="1" dirty="0">
                <a:solidFill>
                  <a:schemeClr val="bg1"/>
                </a:solidFill>
              </a:rPr>
              <a:t> (</a:t>
            </a:r>
            <a:r>
              <a:rPr lang="pt-BR" sz="3200" b="1" dirty="0" err="1">
                <a:solidFill>
                  <a:schemeClr val="bg1"/>
                </a:solidFill>
              </a:rPr>
              <a:t>this</a:t>
            </a:r>
            <a:r>
              <a:rPr lang="pt-BR" sz="3200" b="1" dirty="0">
                <a:solidFill>
                  <a:schemeClr val="bg1"/>
                </a:solidFill>
              </a:rPr>
              <a:t>) </a:t>
            </a:r>
            <a:r>
              <a:rPr lang="pt-BR" sz="3200" b="1" dirty="0" err="1">
                <a:solidFill>
                  <a:schemeClr val="bg1"/>
                </a:solidFill>
              </a:rPr>
              <a:t>like</a:t>
            </a:r>
            <a:r>
              <a:rPr lang="pt-BR" sz="3200" b="1" dirty="0">
                <a:solidFill>
                  <a:schemeClr val="bg1"/>
                </a:solidFill>
              </a:rPr>
              <a:t>; (</a:t>
            </a:r>
            <a:r>
              <a:rPr lang="pt-BR" sz="3200" b="1" dirty="0" err="1">
                <a:solidFill>
                  <a:schemeClr val="bg1"/>
                </a:solidFill>
              </a:rPr>
              <a:t>something</a:t>
            </a:r>
            <a:r>
              <a:rPr lang="pt-BR" sz="3200" b="1" dirty="0">
                <a:solidFill>
                  <a:schemeClr val="bg1"/>
                </a:solidFill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79429663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8541" y="401739"/>
            <a:ext cx="4308748" cy="2511648"/>
          </a:xfrm>
          <a:prstGeom prst="rect">
            <a:avLst/>
          </a:prstGeom>
        </p:spPr>
      </p:pic>
      <p:sp>
        <p:nvSpPr>
          <p:cNvPr id="5" name="Título 1"/>
          <p:cNvSpPr txBox="1">
            <a:spLocks/>
          </p:cNvSpPr>
          <p:nvPr/>
        </p:nvSpPr>
        <p:spPr>
          <a:xfrm>
            <a:off x="240012" y="401739"/>
            <a:ext cx="3192301" cy="84323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pt-BR" dirty="0">
                <a:solidFill>
                  <a:srgbClr val="002060"/>
                </a:solidFill>
              </a:rPr>
              <a:t>LESSON TEN</a:t>
            </a:r>
          </a:p>
        </p:txBody>
      </p:sp>
      <p:sp>
        <p:nvSpPr>
          <p:cNvPr id="6" name="Título 1"/>
          <p:cNvSpPr>
            <a:spLocks noGrp="1"/>
          </p:cNvSpPr>
          <p:nvPr>
            <p:ph type="title"/>
          </p:nvPr>
        </p:nvSpPr>
        <p:spPr>
          <a:xfrm>
            <a:off x="240012" y="1244976"/>
            <a:ext cx="2383918" cy="973680"/>
          </a:xfrm>
        </p:spPr>
        <p:txBody>
          <a:bodyPr/>
          <a:lstStyle/>
          <a:p>
            <a:r>
              <a:rPr lang="pt-BR">
                <a:solidFill>
                  <a:srgbClr val="7030A0"/>
                </a:solidFill>
              </a:rPr>
              <a:t>Verbs</a:t>
            </a:r>
          </a:p>
        </p:txBody>
      </p:sp>
      <p:sp>
        <p:nvSpPr>
          <p:cNvPr id="8" name="Espaço Reservado para Conteúdo 7"/>
          <p:cNvSpPr>
            <a:spLocks noGrp="1"/>
          </p:cNvSpPr>
          <p:nvPr>
            <p:ph idx="1"/>
          </p:nvPr>
        </p:nvSpPr>
        <p:spPr>
          <a:xfrm>
            <a:off x="240012" y="1928254"/>
            <a:ext cx="8596668" cy="4497946"/>
          </a:xfrm>
        </p:spPr>
        <p:txBody>
          <a:bodyPr>
            <a:noAutofit/>
          </a:bodyPr>
          <a:lstStyle/>
          <a:p>
            <a:pPr algn="just"/>
            <a:r>
              <a:rPr lang="en-US" sz="3200" dirty="0">
                <a:solidFill>
                  <a:schemeClr val="bg1"/>
                </a:solidFill>
              </a:rPr>
              <a:t>To</a:t>
            </a:r>
            <a:r>
              <a:rPr lang="pt-BR" sz="3200" dirty="0">
                <a:solidFill>
                  <a:schemeClr val="bg1"/>
                </a:solidFill>
              </a:rPr>
              <a:t> </a:t>
            </a:r>
            <a:r>
              <a:rPr lang="pt-BR" sz="3200" dirty="0" err="1">
                <a:solidFill>
                  <a:schemeClr val="bg1"/>
                </a:solidFill>
              </a:rPr>
              <a:t>think-thought</a:t>
            </a:r>
            <a:r>
              <a:rPr lang="pt-BR" sz="3200" dirty="0">
                <a:solidFill>
                  <a:schemeClr val="bg1"/>
                </a:solidFill>
              </a:rPr>
              <a:t>/ </a:t>
            </a:r>
            <a:r>
              <a:rPr lang="pt-BR" sz="3200" dirty="0" err="1">
                <a:solidFill>
                  <a:schemeClr val="bg1"/>
                </a:solidFill>
              </a:rPr>
              <a:t>To</a:t>
            </a:r>
            <a:r>
              <a:rPr lang="pt-BR" sz="3200" dirty="0">
                <a:solidFill>
                  <a:schemeClr val="bg1"/>
                </a:solidFill>
              </a:rPr>
              <a:t> </a:t>
            </a:r>
            <a:r>
              <a:rPr lang="pt-BR" sz="3200" dirty="0" err="1">
                <a:solidFill>
                  <a:schemeClr val="bg1"/>
                </a:solidFill>
              </a:rPr>
              <a:t>cook</a:t>
            </a:r>
            <a:r>
              <a:rPr lang="pt-BR" sz="3200" dirty="0">
                <a:solidFill>
                  <a:schemeClr val="bg1"/>
                </a:solidFill>
              </a:rPr>
              <a:t>–</a:t>
            </a:r>
            <a:r>
              <a:rPr lang="pt-BR" sz="3200" dirty="0" err="1">
                <a:solidFill>
                  <a:schemeClr val="bg1"/>
                </a:solidFill>
              </a:rPr>
              <a:t>cooked</a:t>
            </a:r>
            <a:r>
              <a:rPr lang="pt-BR" sz="3200" dirty="0">
                <a:solidFill>
                  <a:schemeClr val="bg1"/>
                </a:solidFill>
              </a:rPr>
              <a:t>/ </a:t>
            </a:r>
            <a:r>
              <a:rPr lang="pt-BR" sz="3200" dirty="0" err="1">
                <a:solidFill>
                  <a:schemeClr val="bg1"/>
                </a:solidFill>
              </a:rPr>
              <a:t>To</a:t>
            </a:r>
            <a:r>
              <a:rPr lang="pt-BR" sz="3200" dirty="0">
                <a:solidFill>
                  <a:schemeClr val="bg1"/>
                </a:solidFill>
              </a:rPr>
              <a:t> </a:t>
            </a:r>
            <a:r>
              <a:rPr lang="pt-BR" sz="3200" dirty="0" err="1">
                <a:solidFill>
                  <a:schemeClr val="bg1"/>
                </a:solidFill>
              </a:rPr>
              <a:t>sit</a:t>
            </a:r>
            <a:r>
              <a:rPr lang="pt-BR" sz="3200" dirty="0">
                <a:solidFill>
                  <a:schemeClr val="bg1"/>
                </a:solidFill>
              </a:rPr>
              <a:t>– </a:t>
            </a:r>
            <a:r>
              <a:rPr lang="pt-BR" sz="3200" dirty="0" err="1">
                <a:solidFill>
                  <a:schemeClr val="bg1"/>
                </a:solidFill>
              </a:rPr>
              <a:t>sat</a:t>
            </a:r>
            <a:r>
              <a:rPr lang="pt-BR" sz="3200" dirty="0">
                <a:solidFill>
                  <a:schemeClr val="bg1"/>
                </a:solidFill>
              </a:rPr>
              <a:t>/ </a:t>
            </a:r>
            <a:r>
              <a:rPr lang="pt-BR" sz="3200" dirty="0" err="1">
                <a:solidFill>
                  <a:schemeClr val="bg1"/>
                </a:solidFill>
              </a:rPr>
              <a:t>To</a:t>
            </a:r>
            <a:r>
              <a:rPr lang="pt-BR" sz="3200" dirty="0">
                <a:solidFill>
                  <a:schemeClr val="bg1"/>
                </a:solidFill>
              </a:rPr>
              <a:t> go-</a:t>
            </a:r>
            <a:r>
              <a:rPr lang="pt-BR" sz="3200" dirty="0" err="1">
                <a:solidFill>
                  <a:schemeClr val="bg1"/>
                </a:solidFill>
              </a:rPr>
              <a:t>went</a:t>
            </a:r>
            <a:endParaRPr lang="pt-BR" sz="3200" dirty="0">
              <a:solidFill>
                <a:schemeClr val="bg1"/>
              </a:solidFill>
            </a:endParaRPr>
          </a:p>
          <a:p>
            <a:pPr algn="just"/>
            <a:r>
              <a:rPr lang="en-US" sz="3200" dirty="0">
                <a:solidFill>
                  <a:schemeClr val="bg1"/>
                </a:solidFill>
              </a:rPr>
              <a:t>To</a:t>
            </a:r>
            <a:r>
              <a:rPr lang="pt-BR" sz="3200" dirty="0">
                <a:solidFill>
                  <a:schemeClr val="bg1"/>
                </a:solidFill>
              </a:rPr>
              <a:t> </a:t>
            </a:r>
            <a:r>
              <a:rPr lang="pt-BR" sz="3200" dirty="0" err="1">
                <a:solidFill>
                  <a:schemeClr val="bg1"/>
                </a:solidFill>
              </a:rPr>
              <a:t>ask-asked</a:t>
            </a:r>
            <a:r>
              <a:rPr lang="pt-BR" sz="3200" dirty="0">
                <a:solidFill>
                  <a:schemeClr val="bg1"/>
                </a:solidFill>
              </a:rPr>
              <a:t>/ </a:t>
            </a:r>
            <a:r>
              <a:rPr lang="pt-BR" sz="3200" dirty="0" err="1">
                <a:solidFill>
                  <a:schemeClr val="bg1"/>
                </a:solidFill>
              </a:rPr>
              <a:t>To</a:t>
            </a:r>
            <a:r>
              <a:rPr lang="pt-BR" sz="3200" dirty="0">
                <a:solidFill>
                  <a:schemeClr val="bg1"/>
                </a:solidFill>
              </a:rPr>
              <a:t> </a:t>
            </a:r>
            <a:r>
              <a:rPr lang="pt-BR" sz="3200" dirty="0" err="1">
                <a:solidFill>
                  <a:schemeClr val="bg1"/>
                </a:solidFill>
              </a:rPr>
              <a:t>answer</a:t>
            </a:r>
            <a:r>
              <a:rPr lang="pt-BR" sz="3200" dirty="0">
                <a:solidFill>
                  <a:schemeClr val="bg1"/>
                </a:solidFill>
              </a:rPr>
              <a:t>–</a:t>
            </a:r>
            <a:r>
              <a:rPr lang="pt-BR" sz="3200" dirty="0" err="1">
                <a:solidFill>
                  <a:schemeClr val="bg1"/>
                </a:solidFill>
              </a:rPr>
              <a:t>answered</a:t>
            </a:r>
            <a:r>
              <a:rPr lang="pt-BR" sz="3200" dirty="0">
                <a:solidFill>
                  <a:schemeClr val="bg1"/>
                </a:solidFill>
              </a:rPr>
              <a:t>/ </a:t>
            </a:r>
            <a:r>
              <a:rPr lang="pt-BR" sz="3200" dirty="0" err="1">
                <a:solidFill>
                  <a:schemeClr val="bg1"/>
                </a:solidFill>
              </a:rPr>
              <a:t>To</a:t>
            </a:r>
            <a:r>
              <a:rPr lang="pt-BR" sz="3200" dirty="0">
                <a:solidFill>
                  <a:schemeClr val="bg1"/>
                </a:solidFill>
              </a:rPr>
              <a:t> </a:t>
            </a:r>
            <a:r>
              <a:rPr lang="pt-BR" sz="3200" dirty="0" err="1">
                <a:solidFill>
                  <a:schemeClr val="bg1"/>
                </a:solidFill>
              </a:rPr>
              <a:t>talk</a:t>
            </a:r>
            <a:r>
              <a:rPr lang="pt-BR" sz="3200" dirty="0">
                <a:solidFill>
                  <a:schemeClr val="bg1"/>
                </a:solidFill>
              </a:rPr>
              <a:t>– </a:t>
            </a:r>
            <a:r>
              <a:rPr lang="pt-BR" sz="3200" dirty="0" err="1">
                <a:solidFill>
                  <a:schemeClr val="bg1"/>
                </a:solidFill>
              </a:rPr>
              <a:t>talked</a:t>
            </a:r>
            <a:r>
              <a:rPr lang="pt-BR" sz="3200" dirty="0">
                <a:solidFill>
                  <a:schemeClr val="bg1"/>
                </a:solidFill>
              </a:rPr>
              <a:t>/ </a:t>
            </a:r>
            <a:r>
              <a:rPr lang="pt-BR" sz="3200" dirty="0" err="1">
                <a:solidFill>
                  <a:schemeClr val="bg1"/>
                </a:solidFill>
              </a:rPr>
              <a:t>There</a:t>
            </a:r>
            <a:r>
              <a:rPr lang="pt-BR" sz="3200" dirty="0">
                <a:solidFill>
                  <a:schemeClr val="bg1"/>
                </a:solidFill>
              </a:rPr>
              <a:t> </a:t>
            </a:r>
            <a:r>
              <a:rPr lang="pt-BR" sz="3200" dirty="0" err="1">
                <a:solidFill>
                  <a:schemeClr val="bg1"/>
                </a:solidFill>
              </a:rPr>
              <a:t>is</a:t>
            </a:r>
            <a:r>
              <a:rPr lang="pt-BR" sz="3200" dirty="0">
                <a:solidFill>
                  <a:schemeClr val="bg1"/>
                </a:solidFill>
              </a:rPr>
              <a:t>- </a:t>
            </a:r>
            <a:r>
              <a:rPr lang="pt-BR" sz="3200" dirty="0" err="1">
                <a:solidFill>
                  <a:schemeClr val="bg1"/>
                </a:solidFill>
              </a:rPr>
              <a:t>There</a:t>
            </a:r>
            <a:r>
              <a:rPr lang="pt-BR" sz="3200" dirty="0">
                <a:solidFill>
                  <a:schemeClr val="bg1"/>
                </a:solidFill>
              </a:rPr>
              <a:t> are</a:t>
            </a:r>
          </a:p>
          <a:p>
            <a:pPr algn="just"/>
            <a:r>
              <a:rPr lang="en-US" sz="3200" dirty="0">
                <a:solidFill>
                  <a:schemeClr val="bg1"/>
                </a:solidFill>
              </a:rPr>
              <a:t>To</a:t>
            </a:r>
            <a:r>
              <a:rPr lang="pt-BR" sz="3200" dirty="0">
                <a:solidFill>
                  <a:schemeClr val="bg1"/>
                </a:solidFill>
              </a:rPr>
              <a:t> </a:t>
            </a:r>
            <a:r>
              <a:rPr lang="pt-BR" sz="3200" dirty="0" err="1">
                <a:solidFill>
                  <a:schemeClr val="bg1"/>
                </a:solidFill>
              </a:rPr>
              <a:t>leave-left</a:t>
            </a:r>
            <a:r>
              <a:rPr lang="pt-BR" sz="3200" dirty="0">
                <a:solidFill>
                  <a:schemeClr val="bg1"/>
                </a:solidFill>
              </a:rPr>
              <a:t>/ </a:t>
            </a:r>
            <a:r>
              <a:rPr lang="pt-BR" sz="3200" dirty="0" err="1">
                <a:solidFill>
                  <a:schemeClr val="bg1"/>
                </a:solidFill>
              </a:rPr>
              <a:t>To</a:t>
            </a:r>
            <a:r>
              <a:rPr lang="pt-BR" sz="3200" dirty="0">
                <a:solidFill>
                  <a:schemeClr val="bg1"/>
                </a:solidFill>
              </a:rPr>
              <a:t> </a:t>
            </a:r>
            <a:r>
              <a:rPr lang="pt-BR" sz="3200" dirty="0" err="1">
                <a:solidFill>
                  <a:schemeClr val="bg1"/>
                </a:solidFill>
              </a:rPr>
              <a:t>watch-watched</a:t>
            </a:r>
            <a:r>
              <a:rPr lang="pt-BR" sz="3200" dirty="0">
                <a:solidFill>
                  <a:schemeClr val="bg1"/>
                </a:solidFill>
              </a:rPr>
              <a:t>/ </a:t>
            </a:r>
            <a:r>
              <a:rPr lang="pt-BR" sz="3200" dirty="0" err="1">
                <a:solidFill>
                  <a:schemeClr val="bg1"/>
                </a:solidFill>
              </a:rPr>
              <a:t>To</a:t>
            </a:r>
            <a:r>
              <a:rPr lang="pt-BR" sz="3200" dirty="0">
                <a:solidFill>
                  <a:schemeClr val="bg1"/>
                </a:solidFill>
              </a:rPr>
              <a:t> </a:t>
            </a:r>
            <a:r>
              <a:rPr lang="pt-BR" sz="3200" dirty="0" err="1">
                <a:solidFill>
                  <a:schemeClr val="bg1"/>
                </a:solidFill>
              </a:rPr>
              <a:t>wait</a:t>
            </a:r>
            <a:r>
              <a:rPr lang="pt-BR" sz="3200" dirty="0">
                <a:solidFill>
                  <a:schemeClr val="bg1"/>
                </a:solidFill>
              </a:rPr>
              <a:t>– </a:t>
            </a:r>
            <a:r>
              <a:rPr lang="pt-BR" sz="3200" dirty="0" err="1">
                <a:solidFill>
                  <a:schemeClr val="bg1"/>
                </a:solidFill>
              </a:rPr>
              <a:t>waited</a:t>
            </a:r>
            <a:r>
              <a:rPr lang="pt-BR" sz="3200" dirty="0">
                <a:solidFill>
                  <a:schemeClr val="bg1"/>
                </a:solidFill>
              </a:rPr>
              <a:t>/ </a:t>
            </a:r>
            <a:r>
              <a:rPr lang="pt-BR" sz="3200" dirty="0" err="1">
                <a:solidFill>
                  <a:schemeClr val="bg1"/>
                </a:solidFill>
              </a:rPr>
              <a:t>There</a:t>
            </a:r>
            <a:r>
              <a:rPr lang="pt-BR" sz="3200" dirty="0">
                <a:solidFill>
                  <a:schemeClr val="bg1"/>
                </a:solidFill>
              </a:rPr>
              <a:t> </a:t>
            </a:r>
            <a:r>
              <a:rPr lang="pt-BR" sz="3200" dirty="0" err="1">
                <a:solidFill>
                  <a:schemeClr val="bg1"/>
                </a:solidFill>
              </a:rPr>
              <a:t>was-There</a:t>
            </a:r>
            <a:r>
              <a:rPr lang="pt-BR" sz="3200" dirty="0">
                <a:solidFill>
                  <a:schemeClr val="bg1"/>
                </a:solidFill>
              </a:rPr>
              <a:t> </a:t>
            </a:r>
            <a:r>
              <a:rPr lang="pt-BR" sz="3200" dirty="0" err="1">
                <a:solidFill>
                  <a:schemeClr val="bg1"/>
                </a:solidFill>
              </a:rPr>
              <a:t>were</a:t>
            </a:r>
            <a:endParaRPr lang="pt-BR" sz="3200" dirty="0">
              <a:solidFill>
                <a:schemeClr val="bg1"/>
              </a:solidFill>
            </a:endParaRPr>
          </a:p>
          <a:p>
            <a:pPr algn="just"/>
            <a:r>
              <a:rPr lang="en-US" sz="3200" dirty="0">
                <a:solidFill>
                  <a:schemeClr val="bg1"/>
                </a:solidFill>
              </a:rPr>
              <a:t>To</a:t>
            </a:r>
            <a:r>
              <a:rPr lang="pt-BR" sz="3200" dirty="0">
                <a:solidFill>
                  <a:schemeClr val="bg1"/>
                </a:solidFill>
              </a:rPr>
              <a:t> </a:t>
            </a:r>
            <a:r>
              <a:rPr lang="pt-BR" sz="3200" dirty="0" err="1">
                <a:solidFill>
                  <a:schemeClr val="bg1"/>
                </a:solidFill>
              </a:rPr>
              <a:t>arrive-arrived</a:t>
            </a:r>
            <a:r>
              <a:rPr lang="pt-BR" sz="3200" dirty="0">
                <a:solidFill>
                  <a:schemeClr val="bg1"/>
                </a:solidFill>
              </a:rPr>
              <a:t>/ </a:t>
            </a:r>
            <a:r>
              <a:rPr lang="pt-BR" sz="3200" dirty="0" err="1">
                <a:solidFill>
                  <a:schemeClr val="bg1"/>
                </a:solidFill>
              </a:rPr>
              <a:t>To</a:t>
            </a:r>
            <a:r>
              <a:rPr lang="pt-BR" sz="3200" dirty="0">
                <a:solidFill>
                  <a:schemeClr val="bg1"/>
                </a:solidFill>
              </a:rPr>
              <a:t> </a:t>
            </a:r>
            <a:r>
              <a:rPr lang="pt-BR" sz="3200" dirty="0" err="1">
                <a:solidFill>
                  <a:schemeClr val="bg1"/>
                </a:solidFill>
              </a:rPr>
              <a:t>put-put</a:t>
            </a:r>
            <a:r>
              <a:rPr lang="pt-BR" sz="3200" dirty="0">
                <a:solidFill>
                  <a:schemeClr val="bg1"/>
                </a:solidFill>
              </a:rPr>
              <a:t>/ </a:t>
            </a:r>
            <a:r>
              <a:rPr lang="pt-BR" sz="3200" dirty="0" err="1">
                <a:solidFill>
                  <a:schemeClr val="bg1"/>
                </a:solidFill>
              </a:rPr>
              <a:t>To</a:t>
            </a:r>
            <a:r>
              <a:rPr lang="pt-BR" sz="3200" dirty="0">
                <a:solidFill>
                  <a:schemeClr val="bg1"/>
                </a:solidFill>
              </a:rPr>
              <a:t> </a:t>
            </a:r>
            <a:r>
              <a:rPr lang="pt-BR" sz="3200" dirty="0" err="1">
                <a:solidFill>
                  <a:schemeClr val="bg1"/>
                </a:solidFill>
              </a:rPr>
              <a:t>rent</a:t>
            </a:r>
            <a:r>
              <a:rPr lang="pt-BR" sz="3200" dirty="0">
                <a:solidFill>
                  <a:schemeClr val="bg1"/>
                </a:solidFill>
              </a:rPr>
              <a:t>– </a:t>
            </a:r>
            <a:r>
              <a:rPr lang="pt-BR" sz="3200" dirty="0" err="1">
                <a:solidFill>
                  <a:schemeClr val="bg1"/>
                </a:solidFill>
              </a:rPr>
              <a:t>rented</a:t>
            </a:r>
            <a:r>
              <a:rPr lang="pt-BR" sz="3200" dirty="0">
                <a:solidFill>
                  <a:schemeClr val="bg1"/>
                </a:solidFill>
              </a:rPr>
              <a:t>/</a:t>
            </a:r>
          </a:p>
          <a:p>
            <a:pPr algn="just"/>
            <a:endParaRPr lang="pt-BR" sz="3200" dirty="0">
              <a:solidFill>
                <a:schemeClr val="bg1"/>
              </a:solidFill>
            </a:endParaRPr>
          </a:p>
          <a:p>
            <a:pPr algn="just"/>
            <a:endParaRPr lang="pt-BR" sz="3200" dirty="0">
              <a:solidFill>
                <a:schemeClr val="bg1"/>
              </a:solidFill>
            </a:endParaRPr>
          </a:p>
          <a:p>
            <a:pPr algn="just"/>
            <a:endParaRPr lang="pt-BR" sz="3200" dirty="0">
              <a:solidFill>
                <a:schemeClr val="bg1"/>
              </a:solidFill>
            </a:endParaRPr>
          </a:p>
        </p:txBody>
      </p:sp>
      <p:sp>
        <p:nvSpPr>
          <p:cNvPr id="2" name="CaixaDeTexto 1"/>
          <p:cNvSpPr txBox="1"/>
          <p:nvPr/>
        </p:nvSpPr>
        <p:spPr>
          <a:xfrm>
            <a:off x="2966715" y="1244976"/>
            <a:ext cx="17395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600" dirty="0">
                <a:solidFill>
                  <a:srgbClr val="FFFF00"/>
                </a:solidFill>
              </a:rPr>
              <a:t>REVIEW</a:t>
            </a:r>
            <a:endParaRPr lang="pt-BR" sz="3600" dirty="0"/>
          </a:p>
        </p:txBody>
      </p:sp>
    </p:spTree>
    <p:extLst>
      <p:ext uri="{BB962C8B-B14F-4D97-AF65-F5344CB8AC3E}">
        <p14:creationId xmlns:p14="http://schemas.microsoft.com/office/powerpoint/2010/main" val="133817269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8541" y="401739"/>
            <a:ext cx="4308748" cy="2511648"/>
          </a:xfrm>
          <a:prstGeom prst="rect">
            <a:avLst/>
          </a:prstGeom>
        </p:spPr>
      </p:pic>
      <p:sp>
        <p:nvSpPr>
          <p:cNvPr id="5" name="Título 1"/>
          <p:cNvSpPr txBox="1">
            <a:spLocks/>
          </p:cNvSpPr>
          <p:nvPr/>
        </p:nvSpPr>
        <p:spPr>
          <a:xfrm>
            <a:off x="240012" y="401739"/>
            <a:ext cx="3192301" cy="84323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pt-BR" dirty="0">
                <a:solidFill>
                  <a:srgbClr val="002060"/>
                </a:solidFill>
              </a:rPr>
              <a:t>LESSON TEN</a:t>
            </a:r>
          </a:p>
        </p:txBody>
      </p:sp>
      <p:sp>
        <p:nvSpPr>
          <p:cNvPr id="10" name="Título 1"/>
          <p:cNvSpPr>
            <a:spLocks noGrp="1"/>
          </p:cNvSpPr>
          <p:nvPr>
            <p:ph type="title"/>
          </p:nvPr>
        </p:nvSpPr>
        <p:spPr>
          <a:xfrm>
            <a:off x="147247" y="1486397"/>
            <a:ext cx="8596668" cy="843237"/>
          </a:xfrm>
        </p:spPr>
        <p:txBody>
          <a:bodyPr>
            <a:normAutofit/>
          </a:bodyPr>
          <a:lstStyle/>
          <a:p>
            <a:r>
              <a:rPr lang="pt-BR" sz="3200">
                <a:solidFill>
                  <a:srgbClr val="7030A0"/>
                </a:solidFill>
              </a:rPr>
              <a:t>VOCABULARY</a:t>
            </a:r>
          </a:p>
        </p:txBody>
      </p:sp>
      <p:sp>
        <p:nvSpPr>
          <p:cNvPr id="11" name="Título 1"/>
          <p:cNvSpPr txBox="1">
            <a:spLocks/>
          </p:cNvSpPr>
          <p:nvPr/>
        </p:nvSpPr>
        <p:spPr>
          <a:xfrm>
            <a:off x="240012" y="4644276"/>
            <a:ext cx="8596668" cy="75762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endParaRPr lang="pt-BR" sz="3200" dirty="0">
              <a:solidFill>
                <a:srgbClr val="7030A0"/>
              </a:solidFill>
            </a:endParaRPr>
          </a:p>
        </p:txBody>
      </p:sp>
      <p:sp>
        <p:nvSpPr>
          <p:cNvPr id="6" name="Espaço Reservado para Conteúdo 2"/>
          <p:cNvSpPr>
            <a:spLocks noGrp="1"/>
          </p:cNvSpPr>
          <p:nvPr>
            <p:ph idx="1"/>
          </p:nvPr>
        </p:nvSpPr>
        <p:spPr>
          <a:xfrm>
            <a:off x="147247" y="1939764"/>
            <a:ext cx="8596668" cy="1709087"/>
          </a:xfrm>
        </p:spPr>
        <p:txBody>
          <a:bodyPr>
            <a:noAutofit/>
          </a:bodyPr>
          <a:lstStyle/>
          <a:p>
            <a:pPr algn="just"/>
            <a:r>
              <a:rPr lang="pt-BR" dirty="0" err="1">
                <a:solidFill>
                  <a:schemeClr val="bg1"/>
                </a:solidFill>
              </a:rPr>
              <a:t>Grandparents</a:t>
            </a:r>
            <a:r>
              <a:rPr lang="pt-BR" dirty="0">
                <a:solidFill>
                  <a:schemeClr val="bg1"/>
                </a:solidFill>
              </a:rPr>
              <a:t>; </a:t>
            </a:r>
            <a:r>
              <a:rPr lang="pt-BR" dirty="0" err="1">
                <a:solidFill>
                  <a:schemeClr val="bg1"/>
                </a:solidFill>
              </a:rPr>
              <a:t>grandchildren</a:t>
            </a:r>
            <a:r>
              <a:rPr lang="pt-BR" dirty="0">
                <a:solidFill>
                  <a:schemeClr val="bg1"/>
                </a:solidFill>
              </a:rPr>
              <a:t>; </a:t>
            </a:r>
            <a:r>
              <a:rPr lang="pt-BR" dirty="0" err="1">
                <a:solidFill>
                  <a:schemeClr val="bg1"/>
                </a:solidFill>
              </a:rPr>
              <a:t>grandson</a:t>
            </a:r>
            <a:r>
              <a:rPr lang="pt-BR" dirty="0">
                <a:solidFill>
                  <a:schemeClr val="bg1"/>
                </a:solidFill>
              </a:rPr>
              <a:t>; </a:t>
            </a:r>
            <a:r>
              <a:rPr lang="pt-BR" dirty="0" err="1">
                <a:solidFill>
                  <a:schemeClr val="bg1"/>
                </a:solidFill>
              </a:rPr>
              <a:t>granddaughter</a:t>
            </a:r>
            <a:r>
              <a:rPr lang="pt-BR" dirty="0">
                <a:solidFill>
                  <a:schemeClr val="bg1"/>
                </a:solidFill>
              </a:rPr>
              <a:t>;        </a:t>
            </a:r>
            <a:r>
              <a:rPr lang="pt-BR" dirty="0" err="1">
                <a:solidFill>
                  <a:schemeClr val="bg1"/>
                </a:solidFill>
              </a:rPr>
              <a:t>store</a:t>
            </a:r>
            <a:r>
              <a:rPr lang="pt-BR" dirty="0">
                <a:solidFill>
                  <a:schemeClr val="bg1"/>
                </a:solidFill>
              </a:rPr>
              <a:t>; </a:t>
            </a:r>
            <a:r>
              <a:rPr lang="pt-BR" dirty="0" err="1">
                <a:solidFill>
                  <a:schemeClr val="bg1"/>
                </a:solidFill>
              </a:rPr>
              <a:t>vegetables</a:t>
            </a:r>
            <a:r>
              <a:rPr lang="pt-BR" dirty="0">
                <a:solidFill>
                  <a:schemeClr val="bg1"/>
                </a:solidFill>
              </a:rPr>
              <a:t>; </a:t>
            </a:r>
            <a:r>
              <a:rPr lang="pt-BR" dirty="0" err="1">
                <a:solidFill>
                  <a:schemeClr val="bg1"/>
                </a:solidFill>
              </a:rPr>
              <a:t>salad</a:t>
            </a:r>
            <a:r>
              <a:rPr lang="pt-BR" dirty="0">
                <a:solidFill>
                  <a:schemeClr val="bg1"/>
                </a:solidFill>
              </a:rPr>
              <a:t> </a:t>
            </a:r>
            <a:r>
              <a:rPr lang="pt-BR" dirty="0" err="1">
                <a:solidFill>
                  <a:schemeClr val="bg1"/>
                </a:solidFill>
              </a:rPr>
              <a:t>dressing</a:t>
            </a:r>
            <a:r>
              <a:rPr lang="pt-BR" dirty="0">
                <a:solidFill>
                  <a:schemeClr val="bg1"/>
                </a:solidFill>
              </a:rPr>
              <a:t>; </a:t>
            </a:r>
            <a:r>
              <a:rPr lang="pt-BR" dirty="0" err="1">
                <a:solidFill>
                  <a:schemeClr val="bg1"/>
                </a:solidFill>
              </a:rPr>
              <a:t>soup</a:t>
            </a:r>
            <a:r>
              <a:rPr lang="pt-BR" dirty="0">
                <a:solidFill>
                  <a:schemeClr val="bg1"/>
                </a:solidFill>
              </a:rPr>
              <a:t>; </a:t>
            </a:r>
            <a:r>
              <a:rPr lang="pt-BR" dirty="0" err="1">
                <a:solidFill>
                  <a:schemeClr val="bg1"/>
                </a:solidFill>
              </a:rPr>
              <a:t>jelly</a:t>
            </a:r>
            <a:r>
              <a:rPr lang="pt-BR" dirty="0">
                <a:solidFill>
                  <a:schemeClr val="bg1"/>
                </a:solidFill>
              </a:rPr>
              <a:t>; </a:t>
            </a:r>
            <a:r>
              <a:rPr lang="pt-BR" dirty="0" err="1">
                <a:solidFill>
                  <a:schemeClr val="bg1"/>
                </a:solidFill>
              </a:rPr>
              <a:t>interesting</a:t>
            </a:r>
            <a:r>
              <a:rPr lang="pt-BR" dirty="0">
                <a:solidFill>
                  <a:schemeClr val="bg1"/>
                </a:solidFill>
              </a:rPr>
              <a:t>; </a:t>
            </a:r>
            <a:r>
              <a:rPr lang="pt-BR" dirty="0" err="1">
                <a:solidFill>
                  <a:schemeClr val="bg1"/>
                </a:solidFill>
              </a:rPr>
              <a:t>free</a:t>
            </a:r>
            <a:r>
              <a:rPr lang="pt-BR" dirty="0">
                <a:solidFill>
                  <a:schemeClr val="bg1"/>
                </a:solidFill>
              </a:rPr>
              <a:t>; </a:t>
            </a:r>
            <a:r>
              <a:rPr lang="pt-BR" dirty="0" err="1">
                <a:solidFill>
                  <a:schemeClr val="bg1"/>
                </a:solidFill>
              </a:rPr>
              <a:t>experience</a:t>
            </a:r>
            <a:r>
              <a:rPr lang="pt-BR" dirty="0">
                <a:solidFill>
                  <a:schemeClr val="bg1"/>
                </a:solidFill>
              </a:rPr>
              <a:t>; </a:t>
            </a:r>
            <a:r>
              <a:rPr lang="pt-BR" dirty="0" err="1">
                <a:solidFill>
                  <a:schemeClr val="bg1"/>
                </a:solidFill>
              </a:rPr>
              <a:t>inside</a:t>
            </a:r>
            <a:r>
              <a:rPr lang="pt-BR" dirty="0">
                <a:solidFill>
                  <a:schemeClr val="bg1"/>
                </a:solidFill>
              </a:rPr>
              <a:t>; </a:t>
            </a:r>
            <a:r>
              <a:rPr lang="pt-BR" dirty="0" err="1">
                <a:solidFill>
                  <a:schemeClr val="bg1"/>
                </a:solidFill>
              </a:rPr>
              <a:t>outside</a:t>
            </a:r>
            <a:r>
              <a:rPr lang="pt-BR" dirty="0">
                <a:solidFill>
                  <a:schemeClr val="bg1"/>
                </a:solidFill>
              </a:rPr>
              <a:t>; </a:t>
            </a:r>
            <a:r>
              <a:rPr lang="pt-BR" dirty="0" err="1">
                <a:solidFill>
                  <a:schemeClr val="bg1"/>
                </a:solidFill>
              </a:rPr>
              <a:t>news</a:t>
            </a:r>
            <a:r>
              <a:rPr lang="pt-BR" dirty="0">
                <a:solidFill>
                  <a:schemeClr val="bg1"/>
                </a:solidFill>
              </a:rPr>
              <a:t>; </a:t>
            </a:r>
            <a:r>
              <a:rPr lang="pt-BR" dirty="0" err="1">
                <a:solidFill>
                  <a:schemeClr val="bg1"/>
                </a:solidFill>
              </a:rPr>
              <a:t>Chinese</a:t>
            </a:r>
            <a:r>
              <a:rPr lang="pt-BR" dirty="0">
                <a:solidFill>
                  <a:schemeClr val="bg1"/>
                </a:solidFill>
              </a:rPr>
              <a:t>; </a:t>
            </a:r>
            <a:r>
              <a:rPr lang="pt-BR" dirty="0" err="1">
                <a:solidFill>
                  <a:schemeClr val="bg1"/>
                </a:solidFill>
              </a:rPr>
              <a:t>opinion</a:t>
            </a:r>
            <a:r>
              <a:rPr lang="pt-BR" dirty="0">
                <a:solidFill>
                  <a:schemeClr val="bg1"/>
                </a:solidFill>
              </a:rPr>
              <a:t>; </a:t>
            </a:r>
            <a:r>
              <a:rPr lang="pt-BR" dirty="0" err="1">
                <a:solidFill>
                  <a:schemeClr val="bg1"/>
                </a:solidFill>
              </a:rPr>
              <a:t>cold</a:t>
            </a:r>
            <a:r>
              <a:rPr lang="pt-BR" dirty="0">
                <a:solidFill>
                  <a:schemeClr val="bg1"/>
                </a:solidFill>
              </a:rPr>
              <a:t>; hot; </a:t>
            </a:r>
            <a:r>
              <a:rPr lang="pt-BR" dirty="0" err="1">
                <a:solidFill>
                  <a:schemeClr val="bg1"/>
                </a:solidFill>
              </a:rPr>
              <a:t>idea</a:t>
            </a:r>
            <a:r>
              <a:rPr lang="pt-BR" dirty="0">
                <a:solidFill>
                  <a:schemeClr val="bg1"/>
                </a:solidFill>
              </a:rPr>
              <a:t>.</a:t>
            </a:r>
          </a:p>
          <a:p>
            <a:pPr algn="just"/>
            <a:r>
              <a:rPr lang="pt-BR" dirty="0" err="1">
                <a:solidFill>
                  <a:schemeClr val="bg1"/>
                </a:solidFill>
              </a:rPr>
              <a:t>Course</a:t>
            </a:r>
            <a:r>
              <a:rPr lang="pt-BR" dirty="0">
                <a:solidFill>
                  <a:schemeClr val="bg1"/>
                </a:solidFill>
              </a:rPr>
              <a:t>; </a:t>
            </a:r>
            <a:r>
              <a:rPr lang="pt-BR" dirty="0" err="1">
                <a:solidFill>
                  <a:schemeClr val="bg1"/>
                </a:solidFill>
              </a:rPr>
              <a:t>college</a:t>
            </a:r>
            <a:r>
              <a:rPr lang="pt-BR" dirty="0">
                <a:solidFill>
                  <a:schemeClr val="bg1"/>
                </a:solidFill>
              </a:rPr>
              <a:t>; </a:t>
            </a:r>
            <a:r>
              <a:rPr lang="pt-BR" dirty="0" err="1">
                <a:solidFill>
                  <a:schemeClr val="bg1"/>
                </a:solidFill>
              </a:rPr>
              <a:t>private</a:t>
            </a:r>
            <a:r>
              <a:rPr lang="pt-BR" dirty="0">
                <a:solidFill>
                  <a:schemeClr val="bg1"/>
                </a:solidFill>
              </a:rPr>
              <a:t>; </a:t>
            </a:r>
            <a:r>
              <a:rPr lang="pt-BR" dirty="0" err="1">
                <a:solidFill>
                  <a:schemeClr val="bg1"/>
                </a:solidFill>
              </a:rPr>
              <a:t>public</a:t>
            </a:r>
            <a:r>
              <a:rPr lang="pt-BR" dirty="0">
                <a:solidFill>
                  <a:schemeClr val="bg1"/>
                </a:solidFill>
              </a:rPr>
              <a:t>; </a:t>
            </a:r>
            <a:r>
              <a:rPr lang="pt-BR" dirty="0" err="1">
                <a:solidFill>
                  <a:schemeClr val="bg1"/>
                </a:solidFill>
              </a:rPr>
              <a:t>if</a:t>
            </a:r>
            <a:r>
              <a:rPr lang="pt-BR" dirty="0">
                <a:solidFill>
                  <a:schemeClr val="bg1"/>
                </a:solidFill>
              </a:rPr>
              <a:t>; file; </a:t>
            </a:r>
            <a:r>
              <a:rPr lang="pt-BR" dirty="0" err="1">
                <a:solidFill>
                  <a:schemeClr val="bg1"/>
                </a:solidFill>
              </a:rPr>
              <a:t>test</a:t>
            </a:r>
            <a:r>
              <a:rPr lang="pt-BR" dirty="0">
                <a:solidFill>
                  <a:schemeClr val="bg1"/>
                </a:solidFill>
              </a:rPr>
              <a:t>; grade; schedule; </a:t>
            </a:r>
            <a:r>
              <a:rPr lang="pt-BR" dirty="0" err="1">
                <a:solidFill>
                  <a:schemeClr val="bg1"/>
                </a:solidFill>
              </a:rPr>
              <a:t>report</a:t>
            </a:r>
            <a:r>
              <a:rPr lang="pt-BR" dirty="0">
                <a:solidFill>
                  <a:schemeClr val="bg1"/>
                </a:solidFill>
              </a:rPr>
              <a:t>; </a:t>
            </a:r>
            <a:r>
              <a:rPr lang="pt-BR" dirty="0" err="1">
                <a:solidFill>
                  <a:schemeClr val="bg1"/>
                </a:solidFill>
              </a:rPr>
              <a:t>fortunately</a:t>
            </a:r>
            <a:r>
              <a:rPr lang="pt-BR" dirty="0">
                <a:solidFill>
                  <a:schemeClr val="bg1"/>
                </a:solidFill>
              </a:rPr>
              <a:t>; </a:t>
            </a:r>
            <a:r>
              <a:rPr lang="pt-BR" dirty="0" err="1">
                <a:solidFill>
                  <a:schemeClr val="bg1"/>
                </a:solidFill>
              </a:rPr>
              <a:t>unfortunately</a:t>
            </a:r>
            <a:r>
              <a:rPr lang="pt-BR" dirty="0">
                <a:solidFill>
                  <a:schemeClr val="bg1"/>
                </a:solidFill>
              </a:rPr>
              <a:t>; </a:t>
            </a:r>
            <a:r>
              <a:rPr lang="pt-BR" dirty="0" err="1">
                <a:solidFill>
                  <a:schemeClr val="bg1"/>
                </a:solidFill>
              </a:rPr>
              <a:t>desk</a:t>
            </a:r>
            <a:r>
              <a:rPr lang="pt-BR" dirty="0">
                <a:solidFill>
                  <a:schemeClr val="bg1"/>
                </a:solidFill>
              </a:rPr>
              <a:t>; notebook; </a:t>
            </a:r>
            <a:r>
              <a:rPr lang="pt-BR" dirty="0" err="1">
                <a:solidFill>
                  <a:schemeClr val="bg1"/>
                </a:solidFill>
              </a:rPr>
              <a:t>pencil</a:t>
            </a:r>
            <a:r>
              <a:rPr lang="pt-BR" dirty="0">
                <a:solidFill>
                  <a:schemeClr val="bg1"/>
                </a:solidFill>
              </a:rPr>
              <a:t>; pen; </a:t>
            </a:r>
            <a:r>
              <a:rPr lang="pt-BR" dirty="0" err="1">
                <a:solidFill>
                  <a:schemeClr val="bg1"/>
                </a:solidFill>
              </a:rPr>
              <a:t>ruler</a:t>
            </a:r>
            <a:r>
              <a:rPr lang="pt-BR" dirty="0">
                <a:solidFill>
                  <a:schemeClr val="bg1"/>
                </a:solidFill>
              </a:rPr>
              <a:t>; </a:t>
            </a:r>
            <a:r>
              <a:rPr lang="pt-BR" dirty="0" err="1">
                <a:solidFill>
                  <a:schemeClr val="bg1"/>
                </a:solidFill>
              </a:rPr>
              <a:t>calendar</a:t>
            </a:r>
            <a:r>
              <a:rPr lang="pt-BR" dirty="0">
                <a:solidFill>
                  <a:schemeClr val="bg1"/>
                </a:solidFill>
              </a:rPr>
              <a:t>; </a:t>
            </a:r>
            <a:r>
              <a:rPr lang="pt-BR" dirty="0" err="1">
                <a:solidFill>
                  <a:schemeClr val="bg1"/>
                </a:solidFill>
              </a:rPr>
              <a:t>eraser</a:t>
            </a:r>
            <a:r>
              <a:rPr lang="pt-BR" dirty="0">
                <a:solidFill>
                  <a:schemeClr val="bg1"/>
                </a:solidFill>
              </a:rPr>
              <a:t>; folder; </a:t>
            </a:r>
            <a:r>
              <a:rPr lang="pt-BR" dirty="0" err="1">
                <a:solidFill>
                  <a:schemeClr val="bg1"/>
                </a:solidFill>
              </a:rPr>
              <a:t>glue</a:t>
            </a:r>
            <a:r>
              <a:rPr lang="pt-BR" dirty="0">
                <a:solidFill>
                  <a:schemeClr val="bg1"/>
                </a:solidFill>
              </a:rPr>
              <a:t>; </a:t>
            </a:r>
            <a:r>
              <a:rPr lang="pt-BR" dirty="0" err="1">
                <a:solidFill>
                  <a:schemeClr val="bg1"/>
                </a:solidFill>
              </a:rPr>
              <a:t>stapler</a:t>
            </a:r>
            <a:r>
              <a:rPr lang="pt-BR" dirty="0">
                <a:solidFill>
                  <a:schemeClr val="bg1"/>
                </a:solidFill>
              </a:rPr>
              <a:t>; </a:t>
            </a:r>
            <a:r>
              <a:rPr lang="pt-BR" dirty="0" err="1">
                <a:solidFill>
                  <a:schemeClr val="bg1"/>
                </a:solidFill>
              </a:rPr>
              <a:t>board</a:t>
            </a:r>
            <a:r>
              <a:rPr lang="pt-BR" dirty="0">
                <a:solidFill>
                  <a:schemeClr val="bg1"/>
                </a:solidFill>
              </a:rPr>
              <a:t>; wallet; </a:t>
            </a:r>
            <a:r>
              <a:rPr lang="pt-BR" dirty="0" err="1">
                <a:solidFill>
                  <a:schemeClr val="bg1"/>
                </a:solidFill>
              </a:rPr>
              <a:t>enough</a:t>
            </a:r>
            <a:r>
              <a:rPr lang="pt-BR" dirty="0">
                <a:solidFill>
                  <a:schemeClr val="bg1"/>
                </a:solidFill>
              </a:rPr>
              <a:t>; </a:t>
            </a:r>
            <a:r>
              <a:rPr lang="pt-BR" dirty="0" err="1">
                <a:solidFill>
                  <a:schemeClr val="bg1"/>
                </a:solidFill>
              </a:rPr>
              <a:t>slowly</a:t>
            </a:r>
            <a:r>
              <a:rPr lang="pt-BR" dirty="0">
                <a:solidFill>
                  <a:schemeClr val="bg1"/>
                </a:solidFill>
              </a:rPr>
              <a:t>; </a:t>
            </a:r>
            <a:r>
              <a:rPr lang="pt-BR" dirty="0" err="1">
                <a:solidFill>
                  <a:schemeClr val="bg1"/>
                </a:solidFill>
              </a:rPr>
              <a:t>ready</a:t>
            </a:r>
            <a:r>
              <a:rPr lang="pt-BR" dirty="0">
                <a:solidFill>
                  <a:schemeClr val="bg1"/>
                </a:solidFill>
              </a:rPr>
              <a:t>.</a:t>
            </a:r>
          </a:p>
          <a:p>
            <a:pPr algn="just"/>
            <a:r>
              <a:rPr lang="en-US" dirty="0">
                <a:solidFill>
                  <a:schemeClr val="bg1"/>
                </a:solidFill>
              </a:rPr>
              <a:t>Employee</a:t>
            </a:r>
            <a:r>
              <a:rPr lang="pt-BR" dirty="0">
                <a:solidFill>
                  <a:schemeClr val="bg1"/>
                </a:solidFill>
              </a:rPr>
              <a:t>; </a:t>
            </a:r>
            <a:r>
              <a:rPr lang="pt-BR" dirty="0" err="1">
                <a:solidFill>
                  <a:schemeClr val="bg1"/>
                </a:solidFill>
              </a:rPr>
              <a:t>government</a:t>
            </a:r>
            <a:r>
              <a:rPr lang="pt-BR" dirty="0">
                <a:solidFill>
                  <a:schemeClr val="bg1"/>
                </a:solidFill>
              </a:rPr>
              <a:t>; </a:t>
            </a:r>
            <a:r>
              <a:rPr lang="pt-BR" dirty="0" err="1">
                <a:solidFill>
                  <a:schemeClr val="bg1"/>
                </a:solidFill>
              </a:rPr>
              <a:t>great</a:t>
            </a:r>
            <a:r>
              <a:rPr lang="pt-BR" dirty="0">
                <a:solidFill>
                  <a:schemeClr val="bg1"/>
                </a:solidFill>
              </a:rPr>
              <a:t>; </a:t>
            </a:r>
            <a:r>
              <a:rPr lang="pt-BR" dirty="0" err="1">
                <a:solidFill>
                  <a:schemeClr val="bg1"/>
                </a:solidFill>
              </a:rPr>
              <a:t>interested</a:t>
            </a:r>
            <a:r>
              <a:rPr lang="pt-BR" dirty="0">
                <a:solidFill>
                  <a:schemeClr val="bg1"/>
                </a:solidFill>
              </a:rPr>
              <a:t>; </a:t>
            </a:r>
            <a:r>
              <a:rPr lang="pt-BR" dirty="0" err="1">
                <a:solidFill>
                  <a:schemeClr val="bg1"/>
                </a:solidFill>
              </a:rPr>
              <a:t>building</a:t>
            </a:r>
            <a:r>
              <a:rPr lang="pt-BR" dirty="0">
                <a:solidFill>
                  <a:schemeClr val="bg1"/>
                </a:solidFill>
              </a:rPr>
              <a:t>; </a:t>
            </a:r>
            <a:r>
              <a:rPr lang="pt-BR" dirty="0" err="1">
                <a:solidFill>
                  <a:schemeClr val="bg1"/>
                </a:solidFill>
              </a:rPr>
              <a:t>both</a:t>
            </a:r>
            <a:r>
              <a:rPr lang="pt-BR" dirty="0">
                <a:solidFill>
                  <a:schemeClr val="bg1"/>
                </a:solidFill>
              </a:rPr>
              <a:t>; nurse; </a:t>
            </a:r>
            <a:r>
              <a:rPr lang="pt-BR" dirty="0" err="1">
                <a:solidFill>
                  <a:schemeClr val="bg1"/>
                </a:solidFill>
              </a:rPr>
              <a:t>theater</a:t>
            </a:r>
            <a:r>
              <a:rPr lang="pt-BR" dirty="0">
                <a:solidFill>
                  <a:schemeClr val="bg1"/>
                </a:solidFill>
              </a:rPr>
              <a:t>; play; </a:t>
            </a:r>
            <a:r>
              <a:rPr lang="pt-BR" dirty="0" err="1">
                <a:solidFill>
                  <a:schemeClr val="bg1"/>
                </a:solidFill>
              </a:rPr>
              <a:t>actor</a:t>
            </a:r>
            <a:r>
              <a:rPr lang="pt-BR" dirty="0">
                <a:solidFill>
                  <a:schemeClr val="bg1"/>
                </a:solidFill>
              </a:rPr>
              <a:t>; </a:t>
            </a:r>
            <a:r>
              <a:rPr lang="pt-BR" dirty="0" err="1">
                <a:solidFill>
                  <a:schemeClr val="bg1"/>
                </a:solidFill>
              </a:rPr>
              <a:t>actress</a:t>
            </a:r>
            <a:r>
              <a:rPr lang="pt-BR" dirty="0">
                <a:solidFill>
                  <a:schemeClr val="bg1"/>
                </a:solidFill>
              </a:rPr>
              <a:t>; </a:t>
            </a:r>
            <a:r>
              <a:rPr lang="pt-BR" dirty="0" err="1">
                <a:solidFill>
                  <a:schemeClr val="bg1"/>
                </a:solidFill>
              </a:rPr>
              <a:t>movie</a:t>
            </a:r>
            <a:r>
              <a:rPr lang="pt-BR" dirty="0">
                <a:solidFill>
                  <a:schemeClr val="bg1"/>
                </a:solidFill>
              </a:rPr>
              <a:t>; </a:t>
            </a:r>
            <a:r>
              <a:rPr lang="pt-BR" dirty="0" err="1">
                <a:solidFill>
                  <a:schemeClr val="bg1"/>
                </a:solidFill>
              </a:rPr>
              <a:t>message</a:t>
            </a:r>
            <a:r>
              <a:rPr lang="pt-BR" dirty="0">
                <a:solidFill>
                  <a:schemeClr val="bg1"/>
                </a:solidFill>
              </a:rPr>
              <a:t>; </a:t>
            </a:r>
            <a:r>
              <a:rPr lang="pt-BR" dirty="0" err="1">
                <a:solidFill>
                  <a:schemeClr val="bg1"/>
                </a:solidFill>
              </a:rPr>
              <a:t>moment</a:t>
            </a:r>
            <a:r>
              <a:rPr lang="pt-BR" dirty="0">
                <a:solidFill>
                  <a:schemeClr val="bg1"/>
                </a:solidFill>
              </a:rPr>
              <a:t>; </a:t>
            </a:r>
            <a:r>
              <a:rPr lang="pt-BR" dirty="0" err="1">
                <a:solidFill>
                  <a:schemeClr val="bg1"/>
                </a:solidFill>
              </a:rPr>
              <a:t>amusement</a:t>
            </a:r>
            <a:r>
              <a:rPr lang="pt-BR" dirty="0">
                <a:solidFill>
                  <a:schemeClr val="bg1"/>
                </a:solidFill>
              </a:rPr>
              <a:t> </a:t>
            </a:r>
            <a:r>
              <a:rPr lang="pt-BR" dirty="0" err="1">
                <a:solidFill>
                  <a:schemeClr val="bg1"/>
                </a:solidFill>
              </a:rPr>
              <a:t>park</a:t>
            </a:r>
            <a:r>
              <a:rPr lang="pt-BR" dirty="0">
                <a:solidFill>
                  <a:schemeClr val="bg1"/>
                </a:solidFill>
              </a:rPr>
              <a:t>; </a:t>
            </a:r>
            <a:r>
              <a:rPr lang="pt-BR" dirty="0" err="1">
                <a:solidFill>
                  <a:schemeClr val="bg1"/>
                </a:solidFill>
              </a:rPr>
              <a:t>teller</a:t>
            </a:r>
            <a:r>
              <a:rPr lang="pt-BR" dirty="0">
                <a:solidFill>
                  <a:schemeClr val="bg1"/>
                </a:solidFill>
              </a:rPr>
              <a:t>; </a:t>
            </a:r>
            <a:r>
              <a:rPr lang="pt-BR" dirty="0" err="1">
                <a:solidFill>
                  <a:schemeClr val="bg1"/>
                </a:solidFill>
              </a:rPr>
              <a:t>picture</a:t>
            </a:r>
            <a:r>
              <a:rPr lang="pt-BR" dirty="0">
                <a:solidFill>
                  <a:schemeClr val="bg1"/>
                </a:solidFill>
              </a:rPr>
              <a:t>; </a:t>
            </a:r>
            <a:r>
              <a:rPr lang="pt-BR" dirty="0" err="1">
                <a:solidFill>
                  <a:schemeClr val="bg1"/>
                </a:solidFill>
              </a:rPr>
              <a:t>camera</a:t>
            </a:r>
            <a:r>
              <a:rPr lang="pt-BR" dirty="0">
                <a:solidFill>
                  <a:schemeClr val="bg1"/>
                </a:solidFill>
              </a:rPr>
              <a:t>; </a:t>
            </a:r>
            <a:r>
              <a:rPr lang="pt-BR" dirty="0" err="1">
                <a:solidFill>
                  <a:schemeClr val="bg1"/>
                </a:solidFill>
              </a:rPr>
              <a:t>leisure</a:t>
            </a:r>
            <a:r>
              <a:rPr lang="pt-BR" dirty="0">
                <a:solidFill>
                  <a:schemeClr val="bg1"/>
                </a:solidFill>
              </a:rPr>
              <a:t>; </a:t>
            </a:r>
            <a:r>
              <a:rPr lang="pt-BR" dirty="0" err="1">
                <a:solidFill>
                  <a:schemeClr val="bg1"/>
                </a:solidFill>
              </a:rPr>
              <a:t>field</a:t>
            </a:r>
            <a:r>
              <a:rPr lang="pt-BR" dirty="0">
                <a:solidFill>
                  <a:schemeClr val="bg1"/>
                </a:solidFill>
              </a:rPr>
              <a:t>.</a:t>
            </a:r>
          </a:p>
          <a:p>
            <a:pPr algn="just"/>
            <a:r>
              <a:rPr lang="en-US" dirty="0">
                <a:solidFill>
                  <a:schemeClr val="bg1"/>
                </a:solidFill>
              </a:rPr>
              <a:t>Clothes; cap; rain; snow; weather; receipt; solution; passport; document; customs; gate; coin; penny; nickel; dime; quarter; socks; sneakers; pair; shoes; pants; belt; blouse; skirt; underwear; glasses. </a:t>
            </a:r>
          </a:p>
          <a:p>
            <a:pPr algn="just"/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7" name="Espaço Reservado para Conteúdo 2"/>
          <p:cNvSpPr txBox="1">
            <a:spLocks/>
          </p:cNvSpPr>
          <p:nvPr/>
        </p:nvSpPr>
        <p:spPr>
          <a:xfrm>
            <a:off x="240012" y="5428297"/>
            <a:ext cx="8596668" cy="104507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 sz="3200" b="1" dirty="0">
              <a:solidFill>
                <a:schemeClr val="bg1"/>
              </a:solidFill>
            </a:endParaRPr>
          </a:p>
        </p:txBody>
      </p:sp>
      <p:sp>
        <p:nvSpPr>
          <p:cNvPr id="2" name="CaixaDeTexto 1"/>
          <p:cNvSpPr txBox="1"/>
          <p:nvPr/>
        </p:nvSpPr>
        <p:spPr>
          <a:xfrm>
            <a:off x="3200400" y="1460005"/>
            <a:ext cx="156645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200" dirty="0">
                <a:solidFill>
                  <a:srgbClr val="FFFF00"/>
                </a:solidFill>
              </a:rPr>
              <a:t>REVIEW</a:t>
            </a:r>
            <a:endParaRPr lang="pt-BR" sz="3200" dirty="0"/>
          </a:p>
        </p:txBody>
      </p:sp>
    </p:spTree>
    <p:extLst>
      <p:ext uri="{BB962C8B-B14F-4D97-AF65-F5344CB8AC3E}">
        <p14:creationId xmlns:p14="http://schemas.microsoft.com/office/powerpoint/2010/main" val="7216579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8541" y="401739"/>
            <a:ext cx="4308748" cy="2511648"/>
          </a:xfrm>
          <a:prstGeom prst="rect">
            <a:avLst/>
          </a:prstGeom>
        </p:spPr>
      </p:pic>
      <p:sp>
        <p:nvSpPr>
          <p:cNvPr id="5" name="Título 1"/>
          <p:cNvSpPr txBox="1">
            <a:spLocks/>
          </p:cNvSpPr>
          <p:nvPr/>
        </p:nvSpPr>
        <p:spPr>
          <a:xfrm>
            <a:off x="240012" y="401739"/>
            <a:ext cx="3192301" cy="843237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pt-BR" dirty="0">
                <a:solidFill>
                  <a:srgbClr val="002060"/>
                </a:solidFill>
              </a:rPr>
              <a:t>LESSON ELEVEN</a:t>
            </a:r>
          </a:p>
          <a:p>
            <a:endParaRPr lang="pt-BR" dirty="0">
              <a:solidFill>
                <a:srgbClr val="002060"/>
              </a:solidFill>
            </a:endParaRPr>
          </a:p>
        </p:txBody>
      </p:sp>
      <p:sp>
        <p:nvSpPr>
          <p:cNvPr id="6" name="Título 1"/>
          <p:cNvSpPr>
            <a:spLocks noGrp="1"/>
          </p:cNvSpPr>
          <p:nvPr>
            <p:ph type="title"/>
          </p:nvPr>
        </p:nvSpPr>
        <p:spPr>
          <a:xfrm>
            <a:off x="240012" y="1244976"/>
            <a:ext cx="2383918" cy="973680"/>
          </a:xfrm>
        </p:spPr>
        <p:txBody>
          <a:bodyPr/>
          <a:lstStyle/>
          <a:p>
            <a:r>
              <a:rPr lang="pt-BR">
                <a:solidFill>
                  <a:srgbClr val="7030A0"/>
                </a:solidFill>
              </a:rPr>
              <a:t>Verbs</a:t>
            </a:r>
          </a:p>
        </p:txBody>
      </p:sp>
      <p:sp>
        <p:nvSpPr>
          <p:cNvPr id="8" name="Espaço Reservado para Conteúdo 7"/>
          <p:cNvSpPr>
            <a:spLocks noGrp="1"/>
          </p:cNvSpPr>
          <p:nvPr>
            <p:ph idx="1"/>
          </p:nvPr>
        </p:nvSpPr>
        <p:spPr>
          <a:xfrm>
            <a:off x="240012" y="2607926"/>
            <a:ext cx="8596668" cy="1319211"/>
          </a:xfrm>
        </p:spPr>
        <p:txBody>
          <a:bodyPr>
            <a:normAutofit/>
          </a:bodyPr>
          <a:lstStyle/>
          <a:p>
            <a:pPr algn="just"/>
            <a:r>
              <a:rPr lang="en-US" sz="3200" dirty="0">
                <a:solidFill>
                  <a:schemeClr val="bg1"/>
                </a:solidFill>
              </a:rPr>
              <a:t>To</a:t>
            </a:r>
            <a:r>
              <a:rPr lang="pt-BR" sz="3200" dirty="0">
                <a:solidFill>
                  <a:schemeClr val="bg1"/>
                </a:solidFill>
              </a:rPr>
              <a:t> </a:t>
            </a:r>
            <a:r>
              <a:rPr lang="pt-BR" sz="3200" dirty="0" err="1">
                <a:solidFill>
                  <a:schemeClr val="bg1"/>
                </a:solidFill>
              </a:rPr>
              <a:t>understand-understood</a:t>
            </a:r>
            <a:r>
              <a:rPr lang="pt-BR" sz="3200" dirty="0">
                <a:solidFill>
                  <a:schemeClr val="bg1"/>
                </a:solidFill>
              </a:rPr>
              <a:t>/ </a:t>
            </a:r>
            <a:r>
              <a:rPr lang="pt-BR" sz="3200" dirty="0" err="1">
                <a:solidFill>
                  <a:schemeClr val="bg1"/>
                </a:solidFill>
              </a:rPr>
              <a:t>To</a:t>
            </a:r>
            <a:r>
              <a:rPr lang="pt-BR" sz="3200" dirty="0">
                <a:solidFill>
                  <a:schemeClr val="bg1"/>
                </a:solidFill>
              </a:rPr>
              <a:t> clean-</a:t>
            </a:r>
            <a:r>
              <a:rPr lang="pt-BR" sz="3200" dirty="0" err="1">
                <a:solidFill>
                  <a:schemeClr val="bg1"/>
                </a:solidFill>
              </a:rPr>
              <a:t>cleaned</a:t>
            </a:r>
            <a:r>
              <a:rPr lang="pt-BR" sz="3200" dirty="0">
                <a:solidFill>
                  <a:schemeClr val="bg1"/>
                </a:solidFill>
              </a:rPr>
              <a:t>/ </a:t>
            </a:r>
            <a:r>
              <a:rPr lang="pt-BR" sz="3200" dirty="0" err="1">
                <a:solidFill>
                  <a:schemeClr val="bg1"/>
                </a:solidFill>
              </a:rPr>
              <a:t>To</a:t>
            </a:r>
            <a:r>
              <a:rPr lang="pt-BR" sz="3200" dirty="0">
                <a:solidFill>
                  <a:schemeClr val="bg1"/>
                </a:solidFill>
              </a:rPr>
              <a:t> </a:t>
            </a:r>
            <a:r>
              <a:rPr lang="pt-BR" sz="3200" dirty="0" err="1">
                <a:solidFill>
                  <a:schemeClr val="bg1"/>
                </a:solidFill>
              </a:rPr>
              <a:t>wash</a:t>
            </a:r>
            <a:r>
              <a:rPr lang="pt-BR" sz="3200" dirty="0">
                <a:solidFill>
                  <a:schemeClr val="bg1"/>
                </a:solidFill>
              </a:rPr>
              <a:t>– </a:t>
            </a:r>
            <a:r>
              <a:rPr lang="pt-BR" sz="3200" dirty="0" err="1">
                <a:solidFill>
                  <a:schemeClr val="bg1"/>
                </a:solidFill>
              </a:rPr>
              <a:t>washed</a:t>
            </a:r>
            <a:r>
              <a:rPr lang="pt-BR" sz="3200" dirty="0">
                <a:solidFill>
                  <a:schemeClr val="bg1"/>
                </a:solidFill>
              </a:rPr>
              <a:t>/ </a:t>
            </a:r>
            <a:r>
              <a:rPr lang="pt-BR" sz="3200" dirty="0" err="1">
                <a:solidFill>
                  <a:schemeClr val="bg1"/>
                </a:solidFill>
              </a:rPr>
              <a:t>To</a:t>
            </a:r>
            <a:r>
              <a:rPr lang="pt-BR" sz="3200" dirty="0">
                <a:solidFill>
                  <a:schemeClr val="bg1"/>
                </a:solidFill>
              </a:rPr>
              <a:t> look-</a:t>
            </a:r>
            <a:r>
              <a:rPr lang="pt-BR" sz="3200" dirty="0" err="1">
                <a:solidFill>
                  <a:schemeClr val="bg1"/>
                </a:solidFill>
              </a:rPr>
              <a:t>looked</a:t>
            </a:r>
            <a:endParaRPr lang="pt-BR" sz="3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951764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8541" y="401739"/>
            <a:ext cx="4308748" cy="2511648"/>
          </a:xfrm>
          <a:prstGeom prst="rect">
            <a:avLst/>
          </a:prstGeom>
        </p:spPr>
      </p:pic>
      <p:sp>
        <p:nvSpPr>
          <p:cNvPr id="5" name="Título 1"/>
          <p:cNvSpPr txBox="1">
            <a:spLocks/>
          </p:cNvSpPr>
          <p:nvPr/>
        </p:nvSpPr>
        <p:spPr>
          <a:xfrm>
            <a:off x="240012" y="401739"/>
            <a:ext cx="3192301" cy="843237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pt-BR" dirty="0">
                <a:solidFill>
                  <a:srgbClr val="002060"/>
                </a:solidFill>
              </a:rPr>
              <a:t>LESSON ELEVEN</a:t>
            </a:r>
          </a:p>
        </p:txBody>
      </p:sp>
      <p:sp>
        <p:nvSpPr>
          <p:cNvPr id="10" name="Título 1"/>
          <p:cNvSpPr>
            <a:spLocks noGrp="1"/>
          </p:cNvSpPr>
          <p:nvPr>
            <p:ph type="title"/>
          </p:nvPr>
        </p:nvSpPr>
        <p:spPr>
          <a:xfrm>
            <a:off x="147247" y="1486397"/>
            <a:ext cx="8596668" cy="843237"/>
          </a:xfrm>
        </p:spPr>
        <p:txBody>
          <a:bodyPr>
            <a:normAutofit/>
          </a:bodyPr>
          <a:lstStyle/>
          <a:p>
            <a:r>
              <a:rPr lang="pt-BR" sz="3200">
                <a:solidFill>
                  <a:srgbClr val="7030A0"/>
                </a:solidFill>
              </a:rPr>
              <a:t>VOCABULARY</a:t>
            </a:r>
          </a:p>
        </p:txBody>
      </p:sp>
      <p:sp>
        <p:nvSpPr>
          <p:cNvPr id="11" name="Título 1"/>
          <p:cNvSpPr txBox="1">
            <a:spLocks/>
          </p:cNvSpPr>
          <p:nvPr/>
        </p:nvSpPr>
        <p:spPr>
          <a:xfrm>
            <a:off x="240012" y="4644276"/>
            <a:ext cx="8596668" cy="75762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pt-BR" sz="3200">
                <a:solidFill>
                  <a:srgbClr val="7030A0"/>
                </a:solidFill>
              </a:rPr>
              <a:t>EXPRESS YOURSELF</a:t>
            </a:r>
          </a:p>
        </p:txBody>
      </p:sp>
      <p:sp>
        <p:nvSpPr>
          <p:cNvPr id="6" name="Espaço Reservado para Conteúdo 2"/>
          <p:cNvSpPr>
            <a:spLocks noGrp="1"/>
          </p:cNvSpPr>
          <p:nvPr>
            <p:ph idx="1"/>
          </p:nvPr>
        </p:nvSpPr>
        <p:spPr>
          <a:xfrm>
            <a:off x="147247" y="2559748"/>
            <a:ext cx="8596668" cy="1709087"/>
          </a:xfrm>
        </p:spPr>
        <p:txBody>
          <a:bodyPr>
            <a:noAutofit/>
          </a:bodyPr>
          <a:lstStyle/>
          <a:p>
            <a:pPr algn="just"/>
            <a:r>
              <a:rPr lang="en-US" sz="2400" dirty="0">
                <a:solidFill>
                  <a:schemeClr val="bg1"/>
                </a:solidFill>
              </a:rPr>
              <a:t>Bedroom; bathroom; living room; dining room; bed; garage; garden; gardener; knife; fork; spoon; plate; pan; napkin; dishes; soap; these; dishwasher; washing machine; a little; a few; on; under.</a:t>
            </a:r>
            <a:endParaRPr lang="pt-BR" sz="2400" dirty="0">
              <a:solidFill>
                <a:schemeClr val="bg1"/>
              </a:solidFill>
            </a:endParaRPr>
          </a:p>
        </p:txBody>
      </p:sp>
      <p:sp>
        <p:nvSpPr>
          <p:cNvPr id="7" name="Espaço Reservado para Conteúdo 2"/>
          <p:cNvSpPr txBox="1">
            <a:spLocks/>
          </p:cNvSpPr>
          <p:nvPr/>
        </p:nvSpPr>
        <p:spPr>
          <a:xfrm>
            <a:off x="240012" y="5428297"/>
            <a:ext cx="8596668" cy="104507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3200" b="1" dirty="0" err="1">
                <a:solidFill>
                  <a:schemeClr val="bg1"/>
                </a:solidFill>
              </a:rPr>
              <a:t>How</a:t>
            </a:r>
            <a:r>
              <a:rPr lang="pt-BR" sz="3200" b="1" dirty="0">
                <a:solidFill>
                  <a:schemeClr val="bg1"/>
                </a:solidFill>
              </a:rPr>
              <a:t> </a:t>
            </a:r>
            <a:r>
              <a:rPr lang="pt-BR" sz="3200" b="1" dirty="0" err="1">
                <a:solidFill>
                  <a:schemeClr val="bg1"/>
                </a:solidFill>
              </a:rPr>
              <a:t>old</a:t>
            </a:r>
            <a:r>
              <a:rPr lang="pt-BR" sz="3200" b="1" dirty="0">
                <a:solidFill>
                  <a:schemeClr val="bg1"/>
                </a:solidFill>
              </a:rPr>
              <a:t> are </a:t>
            </a:r>
            <a:r>
              <a:rPr lang="pt-BR" sz="3200" b="1" dirty="0" err="1">
                <a:solidFill>
                  <a:schemeClr val="bg1"/>
                </a:solidFill>
              </a:rPr>
              <a:t>you</a:t>
            </a:r>
            <a:r>
              <a:rPr lang="pt-BR" sz="3200" b="1" dirty="0">
                <a:solidFill>
                  <a:schemeClr val="bg1"/>
                </a:solidFill>
              </a:rPr>
              <a:t>? </a:t>
            </a:r>
            <a:r>
              <a:rPr lang="pt-BR" sz="3200" b="1" dirty="0" err="1">
                <a:solidFill>
                  <a:schemeClr val="bg1"/>
                </a:solidFill>
              </a:rPr>
              <a:t>To</a:t>
            </a:r>
            <a:r>
              <a:rPr lang="pt-BR" sz="3200" b="1" dirty="0">
                <a:solidFill>
                  <a:schemeClr val="bg1"/>
                </a:solidFill>
              </a:rPr>
              <a:t> </a:t>
            </a:r>
            <a:r>
              <a:rPr lang="pt-BR" sz="3200" b="1" dirty="0" err="1">
                <a:solidFill>
                  <a:schemeClr val="bg1"/>
                </a:solidFill>
              </a:rPr>
              <a:t>take</a:t>
            </a:r>
            <a:r>
              <a:rPr lang="pt-BR" sz="3200" b="1" dirty="0">
                <a:solidFill>
                  <a:schemeClr val="bg1"/>
                </a:solidFill>
              </a:rPr>
              <a:t> a </a:t>
            </a:r>
            <a:r>
              <a:rPr lang="pt-BR" sz="3200" b="1" dirty="0" err="1">
                <a:solidFill>
                  <a:schemeClr val="bg1"/>
                </a:solidFill>
              </a:rPr>
              <a:t>shower;to</a:t>
            </a:r>
            <a:r>
              <a:rPr lang="pt-BR" sz="3200" b="1" dirty="0">
                <a:solidFill>
                  <a:schemeClr val="bg1"/>
                </a:solidFill>
              </a:rPr>
              <a:t> look </a:t>
            </a:r>
            <a:r>
              <a:rPr lang="pt-BR" sz="3200" b="1" dirty="0" err="1">
                <a:solidFill>
                  <a:schemeClr val="bg1"/>
                </a:solidFill>
              </a:rPr>
              <a:t>like</a:t>
            </a:r>
            <a:r>
              <a:rPr lang="pt-BR" sz="3200" b="1" dirty="0">
                <a:solidFill>
                  <a:schemeClr val="bg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0634033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8541" y="401739"/>
            <a:ext cx="4308748" cy="2511648"/>
          </a:xfrm>
          <a:prstGeom prst="rect">
            <a:avLst/>
          </a:prstGeom>
        </p:spPr>
      </p:pic>
      <p:sp>
        <p:nvSpPr>
          <p:cNvPr id="5" name="Título 1"/>
          <p:cNvSpPr txBox="1">
            <a:spLocks/>
          </p:cNvSpPr>
          <p:nvPr/>
        </p:nvSpPr>
        <p:spPr>
          <a:xfrm>
            <a:off x="240012" y="401739"/>
            <a:ext cx="3192301" cy="843237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pt-BR" dirty="0">
                <a:solidFill>
                  <a:srgbClr val="002060"/>
                </a:solidFill>
              </a:rPr>
              <a:t>LESSON TWELVE</a:t>
            </a:r>
          </a:p>
          <a:p>
            <a:endParaRPr lang="pt-BR" dirty="0">
              <a:solidFill>
                <a:srgbClr val="002060"/>
              </a:solidFill>
            </a:endParaRPr>
          </a:p>
        </p:txBody>
      </p:sp>
      <p:sp>
        <p:nvSpPr>
          <p:cNvPr id="10" name="Título 1"/>
          <p:cNvSpPr>
            <a:spLocks noGrp="1"/>
          </p:cNvSpPr>
          <p:nvPr>
            <p:ph type="title"/>
          </p:nvPr>
        </p:nvSpPr>
        <p:spPr>
          <a:xfrm>
            <a:off x="147282" y="1252263"/>
            <a:ext cx="8596668" cy="843237"/>
          </a:xfrm>
        </p:spPr>
        <p:txBody>
          <a:bodyPr>
            <a:normAutofit/>
          </a:bodyPr>
          <a:lstStyle/>
          <a:p>
            <a:pPr algn="ctr"/>
            <a:r>
              <a:rPr lang="pt-BR" sz="4800" b="1" dirty="0">
                <a:solidFill>
                  <a:srgbClr val="FF0000"/>
                </a:solidFill>
              </a:rPr>
              <a:t>PREPOSITIONS</a:t>
            </a:r>
          </a:p>
        </p:txBody>
      </p:sp>
      <p:sp>
        <p:nvSpPr>
          <p:cNvPr id="11" name="Título 1"/>
          <p:cNvSpPr txBox="1">
            <a:spLocks/>
          </p:cNvSpPr>
          <p:nvPr/>
        </p:nvSpPr>
        <p:spPr>
          <a:xfrm>
            <a:off x="0" y="5989537"/>
            <a:ext cx="8596668" cy="58897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endParaRPr lang="pt-BR" sz="3200" dirty="0">
              <a:solidFill>
                <a:srgbClr val="7030A0"/>
              </a:solidFill>
            </a:endParaRPr>
          </a:p>
        </p:txBody>
      </p:sp>
      <p:graphicFrame>
        <p:nvGraphicFramePr>
          <p:cNvPr id="2" name="Espaço Reservado para Conteúdo 1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18712000"/>
              </p:ext>
            </p:extLst>
          </p:nvPr>
        </p:nvGraphicFramePr>
        <p:xfrm>
          <a:off x="147638" y="2095499"/>
          <a:ext cx="8596312" cy="448300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7" name="Espaço Reservado para Conteúdo 2"/>
          <p:cNvSpPr txBox="1">
            <a:spLocks/>
          </p:cNvSpPr>
          <p:nvPr/>
        </p:nvSpPr>
        <p:spPr>
          <a:xfrm>
            <a:off x="240012" y="4268788"/>
            <a:ext cx="8596668" cy="220458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 sz="32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8358241"/>
      </p:ext>
    </p:extLst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333333"/>
                </a:solidFill>
              </a:rPr>
              <a:t>Lesson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7772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E86C00"/>
                </a:solidFill>
              </a:rPr>
              <a:t>PRACTICE / PRATIQUE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645920"/>
            <a:ext cx="914400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>
                <a:solidFill>
                  <a:srgbClr val="1A1A1A"/>
                </a:solidFill>
              </a:rPr>
              <a:t>▸ I needed a new coat yesterday.</a:t>
            </a:r>
          </a:p>
          <a:p>
            <a:pPr>
              <a:spcAft>
                <a:spcPts val="1000"/>
              </a:spcAft>
            </a:pPr>
            <a:r>
              <a:rPr sz="1500" i="1">
                <a:solidFill>
                  <a:srgbClr val="777777"/>
                </a:solidFill>
              </a:rPr>
              <a:t>   Eu precisei de um casaco novo ontem.</a:t>
            </a:r>
          </a:p>
          <a:p>
            <a:pPr>
              <a:spcAft>
                <a:spcPts val="1000"/>
              </a:spcAft>
            </a:pPr>
          </a:p>
          <a:p>
            <a:r>
              <a:rPr sz="1800" b="1">
                <a:solidFill>
                  <a:srgbClr val="1A1A1A"/>
                </a:solidFill>
              </a:rPr>
              <a:t>▸ She traveled to Brazil last year.</a:t>
            </a:r>
          </a:p>
          <a:p>
            <a:pPr>
              <a:spcAft>
                <a:spcPts val="1000"/>
              </a:spcAft>
            </a:pPr>
            <a:r>
              <a:rPr sz="1500" i="1">
                <a:solidFill>
                  <a:srgbClr val="777777"/>
                </a:solidFill>
              </a:rPr>
              <a:t>   Ela viajou para o Brasil ano passado.</a:t>
            </a:r>
          </a:p>
          <a:p>
            <a:pPr>
              <a:spcAft>
                <a:spcPts val="1000"/>
              </a:spcAft>
            </a:pPr>
          </a:p>
          <a:p>
            <a:r>
              <a:rPr sz="1800" b="1">
                <a:solidFill>
                  <a:srgbClr val="1A1A1A"/>
                </a:solidFill>
              </a:rPr>
              <a:t>▸ He bought a shirt for his neighbor.</a:t>
            </a:r>
          </a:p>
          <a:p>
            <a:pPr>
              <a:spcAft>
                <a:spcPts val="1000"/>
              </a:spcAft>
            </a:pPr>
            <a:r>
              <a:rPr sz="1500" i="1">
                <a:solidFill>
                  <a:srgbClr val="777777"/>
                </a:solidFill>
              </a:rPr>
              <a:t>   Ele comprou uma camisa para o vizinho.</a:t>
            </a:r>
          </a:p>
          <a:p>
            <a:pPr>
              <a:spcAft>
                <a:spcPts val="1000"/>
              </a:spcAft>
            </a:pPr>
          </a:p>
          <a:p>
            <a:r>
              <a:rPr sz="1800" b="1">
                <a:solidFill>
                  <a:srgbClr val="1A1A1A"/>
                </a:solidFill>
              </a:rPr>
              <a:t>▸ We sold the furniture last month.</a:t>
            </a:r>
          </a:p>
          <a:p>
            <a:pPr>
              <a:spcAft>
                <a:spcPts val="1000"/>
              </a:spcAft>
            </a:pPr>
            <a:r>
              <a:rPr sz="1500" i="1">
                <a:solidFill>
                  <a:srgbClr val="777777"/>
                </a:solidFill>
              </a:rPr>
              <a:t>   Nós vendemos os móveis mês passado.</a:t>
            </a:r>
          </a:p>
          <a:p>
            <a:pPr>
              <a:spcAft>
                <a:spcPts val="1000"/>
              </a:spcAft>
            </a:pPr>
          </a:p>
          <a:p>
            <a:r>
              <a:rPr sz="1800" b="1">
                <a:solidFill>
                  <a:srgbClr val="1A1A1A"/>
                </a:solidFill>
              </a:rPr>
              <a:t>▸ I was happy and she was sad.</a:t>
            </a:r>
          </a:p>
          <a:p>
            <a:pPr>
              <a:spcAft>
                <a:spcPts val="1000"/>
              </a:spcAft>
            </a:pPr>
            <a:r>
              <a:rPr sz="1500" i="1">
                <a:solidFill>
                  <a:srgbClr val="777777"/>
                </a:solidFill>
              </a:rPr>
              <a:t>   Eu estava feliz e ela estava triste.</a:t>
            </a:r>
          </a:p>
          <a:p>
            <a:pPr>
              <a:spcAft>
                <a:spcPts val="1000"/>
              </a:spcAft>
            </a:pPr>
          </a:p>
          <a:p>
            <a:r>
              <a:rPr sz="1800" b="1">
                <a:solidFill>
                  <a:srgbClr val="1A1A1A"/>
                </a:solidFill>
              </a:rPr>
              <a:t>▸ They were tired and slow.</a:t>
            </a:r>
          </a:p>
          <a:p>
            <a:pPr>
              <a:spcAft>
                <a:spcPts val="1000"/>
              </a:spcAft>
            </a:pPr>
            <a:r>
              <a:rPr sz="1500" i="1">
                <a:solidFill>
                  <a:srgbClr val="777777"/>
                </a:solidFill>
              </a:rPr>
              <a:t>   Eles estavam cansados e lentos.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309360"/>
            <a:ext cx="7772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999999"/>
                </a:solidFill>
              </a:rPr>
              <a:t>www.rawenglish.com.br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333333"/>
                </a:solidFill>
              </a:rPr>
              <a:t>Lesson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7772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E86C00"/>
                </a:solidFill>
              </a:rPr>
              <a:t>PRACTICE / PRATIQUE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645920"/>
            <a:ext cx="914400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>
                <a:solidFill>
                  <a:srgbClr val="1A1A1A"/>
                </a:solidFill>
              </a:rPr>
              <a:t>▸ I liked the exercise yesterday.</a:t>
            </a:r>
          </a:p>
          <a:p>
            <a:pPr>
              <a:spcAft>
                <a:spcPts val="1000"/>
              </a:spcAft>
            </a:pPr>
            <a:r>
              <a:rPr sz="1500" i="1">
                <a:solidFill>
                  <a:srgbClr val="777777"/>
                </a:solidFill>
              </a:rPr>
              <a:t>   Eu gostei do exercício ontem.</a:t>
            </a:r>
          </a:p>
          <a:p>
            <a:pPr>
              <a:spcAft>
                <a:spcPts val="1000"/>
              </a:spcAft>
            </a:pPr>
          </a:p>
          <a:p>
            <a:r>
              <a:rPr sz="1800" b="1">
                <a:solidFill>
                  <a:srgbClr val="1A1A1A"/>
                </a:solidFill>
              </a:rPr>
              <a:t>▸ She slept very well last night.</a:t>
            </a:r>
          </a:p>
          <a:p>
            <a:pPr>
              <a:spcAft>
                <a:spcPts val="1000"/>
              </a:spcAft>
            </a:pPr>
            <a:r>
              <a:rPr sz="1500" i="1">
                <a:solidFill>
                  <a:srgbClr val="777777"/>
                </a:solidFill>
              </a:rPr>
              <a:t>   Ela dormiu muito bem ontem à noite.</a:t>
            </a:r>
          </a:p>
          <a:p>
            <a:pPr>
              <a:spcAft>
                <a:spcPts val="1000"/>
              </a:spcAft>
            </a:pPr>
          </a:p>
          <a:p>
            <a:r>
              <a:rPr sz="1800" b="1">
                <a:solidFill>
                  <a:srgbClr val="1A1A1A"/>
                </a:solidFill>
              </a:rPr>
              <a:t>▸ He started a new business.</a:t>
            </a:r>
          </a:p>
          <a:p>
            <a:pPr>
              <a:spcAft>
                <a:spcPts val="1000"/>
              </a:spcAft>
            </a:pPr>
            <a:r>
              <a:rPr sz="1500" i="1">
                <a:solidFill>
                  <a:srgbClr val="777777"/>
                </a:solidFill>
              </a:rPr>
              <a:t>   Ele começou um novo negócio.</a:t>
            </a:r>
          </a:p>
          <a:p>
            <a:pPr>
              <a:spcAft>
                <a:spcPts val="1000"/>
              </a:spcAft>
            </a:pPr>
          </a:p>
          <a:p>
            <a:r>
              <a:rPr sz="1800" b="1">
                <a:solidFill>
                  <a:srgbClr val="1A1A1A"/>
                </a:solidFill>
              </a:rPr>
              <a:t>▸ I finished already.</a:t>
            </a:r>
          </a:p>
          <a:p>
            <a:pPr>
              <a:spcAft>
                <a:spcPts val="1000"/>
              </a:spcAft>
            </a:pPr>
            <a:r>
              <a:rPr sz="1500" i="1">
                <a:solidFill>
                  <a:srgbClr val="777777"/>
                </a:solidFill>
              </a:rPr>
              <a:t>   Eu já terminei.</a:t>
            </a:r>
          </a:p>
          <a:p>
            <a:pPr>
              <a:spcAft>
                <a:spcPts val="1000"/>
              </a:spcAft>
            </a:pPr>
          </a:p>
          <a:p>
            <a:r>
              <a:rPr sz="1800" b="1">
                <a:solidFill>
                  <a:srgbClr val="1A1A1A"/>
                </a:solidFill>
              </a:rPr>
              <a:t>▸ The businessman was very rich.</a:t>
            </a:r>
          </a:p>
          <a:p>
            <a:pPr>
              <a:spcAft>
                <a:spcPts val="1000"/>
              </a:spcAft>
            </a:pPr>
            <a:r>
              <a:rPr sz="1500" i="1">
                <a:solidFill>
                  <a:srgbClr val="777777"/>
                </a:solidFill>
              </a:rPr>
              <a:t>   O empresário era muito rico.</a:t>
            </a:r>
          </a:p>
          <a:p>
            <a:pPr>
              <a:spcAft>
                <a:spcPts val="1000"/>
              </a:spcAft>
            </a:pPr>
          </a:p>
          <a:p>
            <a:r>
              <a:rPr sz="1800" b="1">
                <a:solidFill>
                  <a:srgbClr val="1A1A1A"/>
                </a:solidFill>
              </a:rPr>
              <a:t>▸ It's late, she was sick.</a:t>
            </a:r>
          </a:p>
          <a:p>
            <a:pPr>
              <a:spcAft>
                <a:spcPts val="1000"/>
              </a:spcAft>
            </a:pPr>
            <a:r>
              <a:rPr sz="1500" i="1">
                <a:solidFill>
                  <a:srgbClr val="777777"/>
                </a:solidFill>
              </a:rPr>
              <a:t>   É tarde, ela estava doente.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309360"/>
            <a:ext cx="7772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999999"/>
                </a:solidFill>
              </a:rPr>
              <a:t>www.rawenglish.com.br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333333"/>
                </a:solidFill>
              </a:rPr>
              <a:t>Lesson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7772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E86C00"/>
                </a:solidFill>
              </a:rPr>
              <a:t>PRACTICE / PRATIQUE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645920"/>
            <a:ext cx="914400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>
                <a:solidFill>
                  <a:srgbClr val="1A1A1A"/>
                </a:solidFill>
              </a:rPr>
              <a:t>▸ I met a waiter at the hotel.</a:t>
            </a:r>
          </a:p>
          <a:p>
            <a:pPr>
              <a:spcAft>
                <a:spcPts val="1000"/>
              </a:spcAft>
            </a:pPr>
            <a:r>
              <a:rPr sz="1500" i="1">
                <a:solidFill>
                  <a:srgbClr val="777777"/>
                </a:solidFill>
              </a:rPr>
              <a:t>   Eu conheci um garçom no hotel.</a:t>
            </a:r>
          </a:p>
          <a:p>
            <a:pPr>
              <a:spcAft>
                <a:spcPts val="1000"/>
              </a:spcAft>
            </a:pPr>
          </a:p>
          <a:p>
            <a:r>
              <a:rPr sz="1800" b="1">
                <a:solidFill>
                  <a:srgbClr val="1A1A1A"/>
                </a:solidFill>
              </a:rPr>
              <a:t>▸ She spoke with the waitress.</a:t>
            </a:r>
          </a:p>
          <a:p>
            <a:pPr>
              <a:spcAft>
                <a:spcPts val="1000"/>
              </a:spcAft>
            </a:pPr>
            <a:r>
              <a:rPr sz="1500" i="1">
                <a:solidFill>
                  <a:srgbClr val="777777"/>
                </a:solidFill>
              </a:rPr>
              <a:t>   Ela falou com a garçonete.</a:t>
            </a:r>
          </a:p>
          <a:p>
            <a:pPr>
              <a:spcAft>
                <a:spcPts val="1000"/>
              </a:spcAft>
            </a:pPr>
          </a:p>
          <a:p>
            <a:r>
              <a:rPr sz="1800" b="1">
                <a:solidFill>
                  <a:srgbClr val="1A1A1A"/>
                </a:solidFill>
              </a:rPr>
              <a:t>▸ He helped me in a hurry.</a:t>
            </a:r>
          </a:p>
          <a:p>
            <a:pPr>
              <a:spcAft>
                <a:spcPts val="1000"/>
              </a:spcAft>
            </a:pPr>
            <a:r>
              <a:rPr sz="1500" i="1">
                <a:solidFill>
                  <a:srgbClr val="777777"/>
                </a:solidFill>
              </a:rPr>
              <a:t>   Ele me ajudou com pressa.</a:t>
            </a:r>
          </a:p>
          <a:p>
            <a:pPr>
              <a:spcAft>
                <a:spcPts val="1000"/>
              </a:spcAft>
            </a:pPr>
          </a:p>
          <a:p>
            <a:r>
              <a:rPr sz="1800" b="1">
                <a:solidFill>
                  <a:srgbClr val="1A1A1A"/>
                </a:solidFill>
              </a:rPr>
              <a:t>▸ I called you on time.</a:t>
            </a:r>
          </a:p>
          <a:p>
            <a:pPr>
              <a:spcAft>
                <a:spcPts val="1000"/>
              </a:spcAft>
            </a:pPr>
            <a:r>
              <a:rPr sz="1500" i="1">
                <a:solidFill>
                  <a:srgbClr val="777777"/>
                </a:solidFill>
              </a:rPr>
              <a:t>   Eu te liguei na hora certa.</a:t>
            </a:r>
          </a:p>
          <a:p>
            <a:pPr>
              <a:spcAft>
                <a:spcPts val="1000"/>
              </a:spcAft>
            </a:pPr>
          </a:p>
          <a:p>
            <a:r>
              <a:rPr sz="1800" b="1">
                <a:solidFill>
                  <a:srgbClr val="1A1A1A"/>
                </a:solidFill>
              </a:rPr>
              <a:t>▸ We ate steak, medium, with french fries.</a:t>
            </a:r>
          </a:p>
          <a:p>
            <a:pPr>
              <a:spcAft>
                <a:spcPts val="1000"/>
              </a:spcAft>
            </a:pPr>
            <a:r>
              <a:rPr sz="1500" i="1">
                <a:solidFill>
                  <a:srgbClr val="777777"/>
                </a:solidFill>
              </a:rPr>
              <a:t>   Nós comemos bife, ao ponto, com batata frita.</a:t>
            </a:r>
          </a:p>
          <a:p>
            <a:pPr>
              <a:spcAft>
                <a:spcPts val="1000"/>
              </a:spcAft>
            </a:pPr>
          </a:p>
          <a:p>
            <a:r>
              <a:rPr sz="1800" b="1">
                <a:solidFill>
                  <a:srgbClr val="1A1A1A"/>
                </a:solidFill>
              </a:rPr>
              <a:t>▸ They were hungry and thirsty.</a:t>
            </a:r>
          </a:p>
          <a:p>
            <a:pPr>
              <a:spcAft>
                <a:spcPts val="1000"/>
              </a:spcAft>
            </a:pPr>
            <a:r>
              <a:rPr sz="1500" i="1">
                <a:solidFill>
                  <a:srgbClr val="777777"/>
                </a:solidFill>
              </a:rPr>
              <a:t>   Eles estavam com fome e com sede.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309360"/>
            <a:ext cx="7772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999999"/>
                </a:solidFill>
              </a:rPr>
              <a:t>www.rawenglish.com.br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333333"/>
                </a:solidFill>
              </a:rPr>
              <a:t>Lesson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7772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E86C00"/>
                </a:solidFill>
              </a:rPr>
              <a:t>PRACTICE / PRATIQUE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645920"/>
            <a:ext cx="914400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>
                <a:solidFill>
                  <a:srgbClr val="1A1A1A"/>
                </a:solidFill>
              </a:rPr>
              <a:t>▸ The children played with the key.</a:t>
            </a:r>
          </a:p>
          <a:p>
            <a:pPr>
              <a:spcAft>
                <a:spcPts val="1000"/>
              </a:spcAft>
            </a:pPr>
            <a:r>
              <a:rPr sz="1500" i="1">
                <a:solidFill>
                  <a:srgbClr val="777777"/>
                </a:solidFill>
              </a:rPr>
              <a:t>   As crianças brincaram com a chave.</a:t>
            </a:r>
          </a:p>
          <a:p>
            <a:pPr>
              <a:spcAft>
                <a:spcPts val="1000"/>
              </a:spcAft>
            </a:pPr>
          </a:p>
          <a:p>
            <a:r>
              <a:rPr sz="1800" b="1">
                <a:solidFill>
                  <a:srgbClr val="1A1A1A"/>
                </a:solidFill>
              </a:rPr>
              <a:t>▸ I bought a pie for my favorite mechanic.</a:t>
            </a:r>
          </a:p>
          <a:p>
            <a:pPr>
              <a:spcAft>
                <a:spcPts val="1000"/>
              </a:spcAft>
            </a:pPr>
            <a:r>
              <a:rPr sz="1500" i="1">
                <a:solidFill>
                  <a:srgbClr val="777777"/>
                </a:solidFill>
              </a:rPr>
              <a:t>   Eu comprei uma torta pro meu mecânico favorito.</a:t>
            </a:r>
          </a:p>
          <a:p>
            <a:pPr>
              <a:spcAft>
                <a:spcPts val="1000"/>
              </a:spcAft>
            </a:pPr>
          </a:p>
          <a:p>
            <a:r>
              <a:rPr sz="1800" b="1">
                <a:solidFill>
                  <a:srgbClr val="1A1A1A"/>
                </a:solidFill>
              </a:rPr>
              <a:t>▸ She closed the suitcase and the fridge.</a:t>
            </a:r>
          </a:p>
          <a:p>
            <a:pPr>
              <a:spcAft>
                <a:spcPts val="1000"/>
              </a:spcAft>
            </a:pPr>
            <a:r>
              <a:rPr sz="1500" i="1">
                <a:solidFill>
                  <a:srgbClr val="777777"/>
                </a:solidFill>
              </a:rPr>
              <a:t>   Ela fechou a mala e a geladeira.</a:t>
            </a:r>
          </a:p>
          <a:p>
            <a:pPr>
              <a:spcAft>
                <a:spcPts val="1000"/>
              </a:spcAft>
            </a:pPr>
          </a:p>
          <a:p>
            <a:r>
              <a:rPr sz="1800" b="1">
                <a:solidFill>
                  <a:srgbClr val="1A1A1A"/>
                </a:solidFill>
              </a:rPr>
              <a:t>▸ He opened the door behind the student.</a:t>
            </a:r>
          </a:p>
          <a:p>
            <a:pPr>
              <a:spcAft>
                <a:spcPts val="1000"/>
              </a:spcAft>
            </a:pPr>
            <a:r>
              <a:rPr sz="1500" i="1">
                <a:solidFill>
                  <a:srgbClr val="777777"/>
                </a:solidFill>
              </a:rPr>
              <a:t>   Ele abriu a porta atrás do aluno.</a:t>
            </a:r>
          </a:p>
          <a:p>
            <a:pPr>
              <a:spcAft>
                <a:spcPts val="1000"/>
              </a:spcAft>
            </a:pPr>
          </a:p>
          <a:p>
            <a:r>
              <a:rPr sz="1800" b="1">
                <a:solidFill>
                  <a:srgbClr val="1A1A1A"/>
                </a:solidFill>
              </a:rPr>
              <a:t>▸ We had fun after a while.</a:t>
            </a:r>
          </a:p>
          <a:p>
            <a:pPr>
              <a:spcAft>
                <a:spcPts val="1000"/>
              </a:spcAft>
            </a:pPr>
            <a:r>
              <a:rPr sz="1500" i="1">
                <a:solidFill>
                  <a:srgbClr val="777777"/>
                </a:solidFill>
              </a:rPr>
              <a:t>   Nós nos divertimos depois de um tempo.</a:t>
            </a:r>
          </a:p>
          <a:p>
            <a:pPr>
              <a:spcAft>
                <a:spcPts val="1000"/>
              </a:spcAft>
            </a:pPr>
          </a:p>
          <a:p>
            <a:r>
              <a:rPr sz="1800" b="1">
                <a:solidFill>
                  <a:srgbClr val="1A1A1A"/>
                </a:solidFill>
              </a:rPr>
              <a:t>▸ What's the matter? The bill was wrong.</a:t>
            </a:r>
          </a:p>
          <a:p>
            <a:pPr>
              <a:spcAft>
                <a:spcPts val="1000"/>
              </a:spcAft>
            </a:pPr>
            <a:r>
              <a:rPr sz="1500" i="1">
                <a:solidFill>
                  <a:srgbClr val="777777"/>
                </a:solidFill>
              </a:rPr>
              <a:t>   Qual é o problema? A conta estava errada.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309360"/>
            <a:ext cx="7772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999999"/>
                </a:solidFill>
              </a:rPr>
              <a:t>www.rawenglish.com.br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333333"/>
                </a:solidFill>
              </a:rPr>
              <a:t>Lesson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7772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E86C00"/>
                </a:solidFill>
              </a:rPr>
              <a:t>PRACTICE / PRATIQUE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645920"/>
            <a:ext cx="914400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>
                <a:solidFill>
                  <a:srgbClr val="1A1A1A"/>
                </a:solidFill>
              </a:rPr>
              <a:t>▸ I needed to travel but I was tired.</a:t>
            </a:r>
          </a:p>
          <a:p>
            <a:pPr>
              <a:spcAft>
                <a:spcPts val="1000"/>
              </a:spcAft>
            </a:pPr>
            <a:r>
              <a:rPr sz="1500" i="1">
                <a:solidFill>
                  <a:srgbClr val="777777"/>
                </a:solidFill>
              </a:rPr>
              <a:t>   Eu precisei viajar mas eu estava cansado.</a:t>
            </a:r>
          </a:p>
          <a:p>
            <a:pPr>
              <a:spcAft>
                <a:spcPts val="1000"/>
              </a:spcAft>
            </a:pPr>
          </a:p>
          <a:p>
            <a:r>
              <a:rPr sz="1800" b="1">
                <a:solidFill>
                  <a:srgbClr val="1A1A1A"/>
                </a:solidFill>
              </a:rPr>
              <a:t>▸ She met the police officer yesterday.</a:t>
            </a:r>
          </a:p>
          <a:p>
            <a:pPr>
              <a:spcAft>
                <a:spcPts val="1000"/>
              </a:spcAft>
            </a:pPr>
            <a:r>
              <a:rPr sz="1500" i="1">
                <a:solidFill>
                  <a:srgbClr val="777777"/>
                </a:solidFill>
              </a:rPr>
              <a:t>   Ela conheceu o policial ontem.</a:t>
            </a:r>
          </a:p>
          <a:p>
            <a:pPr>
              <a:spcAft>
                <a:spcPts val="1000"/>
              </a:spcAft>
            </a:pPr>
          </a:p>
          <a:p>
            <a:r>
              <a:rPr sz="1800" b="1">
                <a:solidFill>
                  <a:srgbClr val="1A1A1A"/>
                </a:solidFill>
              </a:rPr>
              <a:t>▸ He started and finished on time.</a:t>
            </a:r>
          </a:p>
          <a:p>
            <a:pPr>
              <a:spcAft>
                <a:spcPts val="1000"/>
              </a:spcAft>
            </a:pPr>
            <a:r>
              <a:rPr sz="1500" i="1">
                <a:solidFill>
                  <a:srgbClr val="777777"/>
                </a:solidFill>
              </a:rPr>
              <a:t>   Ele começou e terminou na hora.</a:t>
            </a:r>
          </a:p>
          <a:p>
            <a:pPr>
              <a:spcAft>
                <a:spcPts val="1000"/>
              </a:spcAft>
            </a:pPr>
          </a:p>
          <a:p>
            <a:r>
              <a:rPr sz="1800" b="1">
                <a:solidFill>
                  <a:srgbClr val="1A1A1A"/>
                </a:solidFill>
              </a:rPr>
              <a:t>▸ We called and they helped us.</a:t>
            </a:r>
          </a:p>
          <a:p>
            <a:pPr>
              <a:spcAft>
                <a:spcPts val="1000"/>
              </a:spcAft>
            </a:pPr>
            <a:r>
              <a:rPr sz="1500" i="1">
                <a:solidFill>
                  <a:srgbClr val="777777"/>
                </a:solidFill>
              </a:rPr>
              <a:t>   Nós ligamos e eles nos ajudaram.</a:t>
            </a:r>
          </a:p>
          <a:p>
            <a:pPr>
              <a:spcAft>
                <a:spcPts val="1000"/>
              </a:spcAft>
            </a:pPr>
          </a:p>
          <a:p>
            <a:r>
              <a:rPr sz="1800" b="1">
                <a:solidFill>
                  <a:srgbClr val="1A1A1A"/>
                </a:solidFill>
              </a:rPr>
              <a:t>▸ I bought a boat and sold the old car.</a:t>
            </a:r>
          </a:p>
          <a:p>
            <a:pPr>
              <a:spcAft>
                <a:spcPts val="1000"/>
              </a:spcAft>
            </a:pPr>
            <a:r>
              <a:rPr sz="1500" i="1">
                <a:solidFill>
                  <a:srgbClr val="777777"/>
                </a:solidFill>
              </a:rPr>
              <a:t>   Eu comprei um barco e vendi o carro velho.</a:t>
            </a:r>
          </a:p>
          <a:p>
            <a:pPr>
              <a:spcAft>
                <a:spcPts val="1000"/>
              </a:spcAft>
            </a:pPr>
          </a:p>
          <a:p>
            <a:r>
              <a:rPr sz="1800" b="1">
                <a:solidFill>
                  <a:srgbClr val="1A1A1A"/>
                </a:solidFill>
              </a:rPr>
              <a:t>▸ Congratulations! You spoke very well.</a:t>
            </a:r>
          </a:p>
          <a:p>
            <a:pPr>
              <a:spcAft>
                <a:spcPts val="1000"/>
              </a:spcAft>
            </a:pPr>
            <a:r>
              <a:rPr sz="1500" i="1">
                <a:solidFill>
                  <a:srgbClr val="777777"/>
                </a:solidFill>
              </a:rPr>
              <a:t>   Parabéns! Você falou muito bem.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309360"/>
            <a:ext cx="7772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999999"/>
                </a:solidFill>
              </a:rPr>
              <a:t>www.rawenglish.com.br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333333"/>
                </a:solidFill>
              </a:rPr>
              <a:t>Lesson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7772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E86C00"/>
                </a:solidFill>
              </a:rPr>
              <a:t>PRACTICE / PRATIQUE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645920"/>
            <a:ext cx="914400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>
                <a:solidFill>
                  <a:srgbClr val="1A1A1A"/>
                </a:solidFill>
              </a:rPr>
              <a:t>▸ I thought about my grandparents.</a:t>
            </a:r>
          </a:p>
          <a:p>
            <a:pPr>
              <a:spcAft>
                <a:spcPts val="1000"/>
              </a:spcAft>
            </a:pPr>
            <a:r>
              <a:rPr sz="1500" i="1">
                <a:solidFill>
                  <a:srgbClr val="777777"/>
                </a:solidFill>
              </a:rPr>
              <a:t>   Eu pensei nos meus avós.</a:t>
            </a:r>
          </a:p>
          <a:p>
            <a:pPr>
              <a:spcAft>
                <a:spcPts val="1000"/>
              </a:spcAft>
            </a:pPr>
          </a:p>
          <a:p>
            <a:r>
              <a:rPr sz="1800" b="1">
                <a:solidFill>
                  <a:srgbClr val="1A1A1A"/>
                </a:solidFill>
              </a:rPr>
              <a:t>▸ She cooked vegetables and soup.</a:t>
            </a:r>
          </a:p>
          <a:p>
            <a:pPr>
              <a:spcAft>
                <a:spcPts val="1000"/>
              </a:spcAft>
            </a:pPr>
            <a:r>
              <a:rPr sz="1500" i="1">
                <a:solidFill>
                  <a:srgbClr val="777777"/>
                </a:solidFill>
              </a:rPr>
              <a:t>   Ela cozinhou legumes e sopa.</a:t>
            </a:r>
          </a:p>
          <a:p>
            <a:pPr>
              <a:spcAft>
                <a:spcPts val="1000"/>
              </a:spcAft>
            </a:pPr>
          </a:p>
          <a:p>
            <a:r>
              <a:rPr sz="1800" b="1">
                <a:solidFill>
                  <a:srgbClr val="1A1A1A"/>
                </a:solidFill>
              </a:rPr>
              <a:t>▸ He sat inside the store.</a:t>
            </a:r>
          </a:p>
          <a:p>
            <a:pPr>
              <a:spcAft>
                <a:spcPts val="1000"/>
              </a:spcAft>
            </a:pPr>
            <a:r>
              <a:rPr sz="1500" i="1">
                <a:solidFill>
                  <a:srgbClr val="777777"/>
                </a:solidFill>
              </a:rPr>
              <a:t>   Ele sentou dentro da loja.</a:t>
            </a:r>
          </a:p>
          <a:p>
            <a:pPr>
              <a:spcAft>
                <a:spcPts val="1000"/>
              </a:spcAft>
            </a:pPr>
          </a:p>
          <a:p>
            <a:r>
              <a:rPr sz="1800" b="1">
                <a:solidFill>
                  <a:srgbClr val="1A1A1A"/>
                </a:solidFill>
              </a:rPr>
              <a:t>▸ We went outside for a coffee break.</a:t>
            </a:r>
          </a:p>
          <a:p>
            <a:pPr>
              <a:spcAft>
                <a:spcPts val="1000"/>
              </a:spcAft>
            </a:pPr>
            <a:r>
              <a:rPr sz="1500" i="1">
                <a:solidFill>
                  <a:srgbClr val="777777"/>
                </a:solidFill>
              </a:rPr>
              <a:t>   Nós fomos lá fora para um intervalo.</a:t>
            </a:r>
          </a:p>
          <a:p>
            <a:pPr>
              <a:spcAft>
                <a:spcPts val="1000"/>
              </a:spcAft>
            </a:pPr>
          </a:p>
          <a:p>
            <a:r>
              <a:rPr sz="1800" b="1">
                <a:solidFill>
                  <a:srgbClr val="1A1A1A"/>
                </a:solidFill>
              </a:rPr>
              <a:t>▸ Let's go! Come on!</a:t>
            </a:r>
          </a:p>
          <a:p>
            <a:pPr>
              <a:spcAft>
                <a:spcPts val="1000"/>
              </a:spcAft>
            </a:pPr>
            <a:r>
              <a:rPr sz="1500" i="1">
                <a:solidFill>
                  <a:srgbClr val="777777"/>
                </a:solidFill>
              </a:rPr>
              <a:t>   Vamos! Vem!</a:t>
            </a:r>
          </a:p>
          <a:p>
            <a:pPr>
              <a:spcAft>
                <a:spcPts val="1000"/>
              </a:spcAft>
            </a:pPr>
          </a:p>
          <a:p>
            <a:r>
              <a:rPr sz="1800" b="1">
                <a:solidFill>
                  <a:srgbClr val="1A1A1A"/>
                </a:solidFill>
              </a:rPr>
              <a:t>▸ Whatever, the experience was free.</a:t>
            </a:r>
          </a:p>
          <a:p>
            <a:pPr>
              <a:spcAft>
                <a:spcPts val="1000"/>
              </a:spcAft>
            </a:pPr>
            <a:r>
              <a:rPr sz="1500" i="1">
                <a:solidFill>
                  <a:srgbClr val="777777"/>
                </a:solidFill>
              </a:rPr>
              <a:t>   Tanto faz, a experiência foi grátis.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309360"/>
            <a:ext cx="7772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999999"/>
                </a:solidFill>
              </a:rPr>
              <a:t>www.rawenglish.com.br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333333"/>
                </a:solidFill>
              </a:rPr>
              <a:t>Lesson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7772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E86C00"/>
                </a:solidFill>
              </a:rPr>
              <a:t>PRACTICE / PRATIQUE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645920"/>
            <a:ext cx="914400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>
                <a:solidFill>
                  <a:srgbClr val="1A1A1A"/>
                </a:solidFill>
              </a:rPr>
              <a:t>▸ I asked about the course schedule.</a:t>
            </a:r>
          </a:p>
          <a:p>
            <a:pPr>
              <a:spcAft>
                <a:spcPts val="1000"/>
              </a:spcAft>
            </a:pPr>
            <a:r>
              <a:rPr sz="1500" i="1">
                <a:solidFill>
                  <a:srgbClr val="777777"/>
                </a:solidFill>
              </a:rPr>
              <a:t>   Eu perguntei sobre o horário do curso.</a:t>
            </a:r>
          </a:p>
          <a:p>
            <a:pPr>
              <a:spcAft>
                <a:spcPts val="1000"/>
              </a:spcAft>
            </a:pPr>
          </a:p>
          <a:p>
            <a:r>
              <a:rPr sz="1800" b="1">
                <a:solidFill>
                  <a:srgbClr val="1A1A1A"/>
                </a:solidFill>
              </a:rPr>
              <a:t>▸ She answered the test at college.</a:t>
            </a:r>
          </a:p>
          <a:p>
            <a:pPr>
              <a:spcAft>
                <a:spcPts val="1000"/>
              </a:spcAft>
            </a:pPr>
            <a:r>
              <a:rPr sz="1500" i="1">
                <a:solidFill>
                  <a:srgbClr val="777777"/>
                </a:solidFill>
              </a:rPr>
              <a:t>   Ela respondeu a prova na faculdade.</a:t>
            </a:r>
          </a:p>
          <a:p>
            <a:pPr>
              <a:spcAft>
                <a:spcPts val="1000"/>
              </a:spcAft>
            </a:pPr>
          </a:p>
          <a:p>
            <a:r>
              <a:rPr sz="1800" b="1">
                <a:solidFill>
                  <a:srgbClr val="1A1A1A"/>
                </a:solidFill>
              </a:rPr>
              <a:t>▸ There is a pencil and an eraser on the desk.</a:t>
            </a:r>
          </a:p>
          <a:p>
            <a:pPr>
              <a:spcAft>
                <a:spcPts val="1000"/>
              </a:spcAft>
            </a:pPr>
            <a:r>
              <a:rPr sz="1500" i="1">
                <a:solidFill>
                  <a:srgbClr val="777777"/>
                </a:solidFill>
              </a:rPr>
              <a:t>   Tem um lápis e uma borracha na mesa.</a:t>
            </a:r>
          </a:p>
          <a:p>
            <a:pPr>
              <a:spcAft>
                <a:spcPts val="1000"/>
              </a:spcAft>
            </a:pPr>
          </a:p>
          <a:p>
            <a:r>
              <a:rPr sz="1800" b="1">
                <a:solidFill>
                  <a:srgbClr val="1A1A1A"/>
                </a:solidFill>
              </a:rPr>
              <a:t>▸ There are notebooks in the folder.</a:t>
            </a:r>
          </a:p>
          <a:p>
            <a:pPr>
              <a:spcAft>
                <a:spcPts val="1000"/>
              </a:spcAft>
            </a:pPr>
            <a:r>
              <a:rPr sz="1500" i="1">
                <a:solidFill>
                  <a:srgbClr val="777777"/>
                </a:solidFill>
              </a:rPr>
              <a:t>   Tem cadernos na pasta.</a:t>
            </a:r>
          </a:p>
          <a:p>
            <a:pPr>
              <a:spcAft>
                <a:spcPts val="1000"/>
              </a:spcAft>
            </a:pPr>
          </a:p>
          <a:p>
            <a:r>
              <a:rPr sz="1800" b="1">
                <a:solidFill>
                  <a:srgbClr val="1A1A1A"/>
                </a:solidFill>
              </a:rPr>
              <a:t>▸ Unfortunately, I talked too much.</a:t>
            </a:r>
          </a:p>
          <a:p>
            <a:pPr>
              <a:spcAft>
                <a:spcPts val="1000"/>
              </a:spcAft>
            </a:pPr>
            <a:r>
              <a:rPr sz="1500" i="1">
                <a:solidFill>
                  <a:srgbClr val="777777"/>
                </a:solidFill>
              </a:rPr>
              <a:t>   Infelizmente, eu falei demais.</a:t>
            </a:r>
          </a:p>
          <a:p>
            <a:pPr>
              <a:spcAft>
                <a:spcPts val="1000"/>
              </a:spcAft>
            </a:pPr>
          </a:p>
          <a:p>
            <a:r>
              <a:rPr sz="1800" b="1">
                <a:solidFill>
                  <a:srgbClr val="1A1A1A"/>
                </a:solidFill>
              </a:rPr>
              <a:t>▸ The grade was fortunately good.</a:t>
            </a:r>
          </a:p>
          <a:p>
            <a:pPr>
              <a:spcAft>
                <a:spcPts val="1000"/>
              </a:spcAft>
            </a:pPr>
            <a:r>
              <a:rPr sz="1500" i="1">
                <a:solidFill>
                  <a:srgbClr val="777777"/>
                </a:solidFill>
              </a:rPr>
              <a:t>   A nota foi felizmente boa.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309360"/>
            <a:ext cx="7772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999999"/>
                </a:solidFill>
              </a:rPr>
              <a:t>www.rawenglish.com.br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333333"/>
                </a:solidFill>
              </a:rPr>
              <a:t>Lesson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7772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E86C00"/>
                </a:solidFill>
              </a:rPr>
              <a:t>PRACTICE / PRATIQUE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645920"/>
            <a:ext cx="914400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>
                <a:solidFill>
                  <a:srgbClr val="1A1A1A"/>
                </a:solidFill>
              </a:rPr>
              <a:t>▸ I left the building with the nurse.</a:t>
            </a:r>
          </a:p>
          <a:p>
            <a:pPr>
              <a:spcAft>
                <a:spcPts val="1000"/>
              </a:spcAft>
            </a:pPr>
            <a:r>
              <a:rPr sz="1500" i="1">
                <a:solidFill>
                  <a:srgbClr val="777777"/>
                </a:solidFill>
              </a:rPr>
              <a:t>   Eu saí do prédio com a enfermeira.</a:t>
            </a:r>
          </a:p>
          <a:p>
            <a:pPr>
              <a:spcAft>
                <a:spcPts val="1000"/>
              </a:spcAft>
            </a:pPr>
          </a:p>
          <a:p>
            <a:r>
              <a:rPr sz="1800" b="1">
                <a:solidFill>
                  <a:srgbClr val="1A1A1A"/>
                </a:solidFill>
              </a:rPr>
              <a:t>▸ She watched the movie at the theater.</a:t>
            </a:r>
          </a:p>
          <a:p>
            <a:pPr>
              <a:spcAft>
                <a:spcPts val="1000"/>
              </a:spcAft>
            </a:pPr>
            <a:r>
              <a:rPr sz="1500" i="1">
                <a:solidFill>
                  <a:srgbClr val="777777"/>
                </a:solidFill>
              </a:rPr>
              <a:t>   Ela assistiu o filme no teatro.</a:t>
            </a:r>
          </a:p>
          <a:p>
            <a:pPr>
              <a:spcAft>
                <a:spcPts val="1000"/>
              </a:spcAft>
            </a:pPr>
          </a:p>
          <a:p>
            <a:r>
              <a:rPr sz="1800" b="1">
                <a:solidFill>
                  <a:srgbClr val="1A1A1A"/>
                </a:solidFill>
              </a:rPr>
              <a:t>▸ He waited for the message.</a:t>
            </a:r>
          </a:p>
          <a:p>
            <a:pPr>
              <a:spcAft>
                <a:spcPts val="1000"/>
              </a:spcAft>
            </a:pPr>
            <a:r>
              <a:rPr sz="1500" i="1">
                <a:solidFill>
                  <a:srgbClr val="777777"/>
                </a:solidFill>
              </a:rPr>
              <a:t>   Ele esperou pela mensagem.</a:t>
            </a:r>
          </a:p>
          <a:p>
            <a:pPr>
              <a:spcAft>
                <a:spcPts val="1000"/>
              </a:spcAft>
            </a:pPr>
          </a:p>
          <a:p>
            <a:r>
              <a:rPr sz="1800" b="1">
                <a:solidFill>
                  <a:srgbClr val="1A1A1A"/>
                </a:solidFill>
              </a:rPr>
              <a:t>▸ There was an actor at the amusement park.</a:t>
            </a:r>
          </a:p>
          <a:p>
            <a:pPr>
              <a:spcAft>
                <a:spcPts val="1000"/>
              </a:spcAft>
            </a:pPr>
            <a:r>
              <a:rPr sz="1500" i="1">
                <a:solidFill>
                  <a:srgbClr val="777777"/>
                </a:solidFill>
              </a:rPr>
              <a:t>   Tinha um ator no parque de diversões.</a:t>
            </a:r>
          </a:p>
          <a:p>
            <a:pPr>
              <a:spcAft>
                <a:spcPts val="1000"/>
              </a:spcAft>
            </a:pPr>
          </a:p>
          <a:p>
            <a:r>
              <a:rPr sz="1800" b="1">
                <a:solidFill>
                  <a:srgbClr val="1A1A1A"/>
                </a:solidFill>
              </a:rPr>
              <a:t>▸ There were both pictures and cameras.</a:t>
            </a:r>
          </a:p>
          <a:p>
            <a:pPr>
              <a:spcAft>
                <a:spcPts val="1000"/>
              </a:spcAft>
            </a:pPr>
            <a:r>
              <a:rPr sz="1500" i="1">
                <a:solidFill>
                  <a:srgbClr val="777777"/>
                </a:solidFill>
              </a:rPr>
              <a:t>   Tinham tanto fotos quanto câmeras.</a:t>
            </a:r>
          </a:p>
          <a:p>
            <a:pPr>
              <a:spcAft>
                <a:spcPts val="1000"/>
              </a:spcAft>
            </a:pPr>
          </a:p>
          <a:p>
            <a:r>
              <a:rPr sz="1800" b="1">
                <a:solidFill>
                  <a:srgbClr val="1A1A1A"/>
                </a:solidFill>
              </a:rPr>
              <a:t>▸ I left a moment ago.</a:t>
            </a:r>
          </a:p>
          <a:p>
            <a:pPr>
              <a:spcAft>
                <a:spcPts val="1000"/>
              </a:spcAft>
            </a:pPr>
            <a:r>
              <a:rPr sz="1500" i="1">
                <a:solidFill>
                  <a:srgbClr val="777777"/>
                </a:solidFill>
              </a:rPr>
              <a:t>   Eu saí um momento atrás.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309360"/>
            <a:ext cx="7772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999999"/>
                </a:solidFill>
              </a:rPr>
              <a:t>www.rawenglish.com.br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333333"/>
                </a:solidFill>
              </a:rPr>
              <a:t>Lesson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7772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E86C00"/>
                </a:solidFill>
              </a:rPr>
              <a:t>PRACTICE / PRATIQUE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645920"/>
            <a:ext cx="914400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>
                <a:solidFill>
                  <a:srgbClr val="1A1A1A"/>
                </a:solidFill>
              </a:rPr>
              <a:t>▸ I arrived and put my clothes in the room.</a:t>
            </a:r>
          </a:p>
          <a:p>
            <a:pPr>
              <a:spcAft>
                <a:spcPts val="1000"/>
              </a:spcAft>
            </a:pPr>
            <a:r>
              <a:rPr sz="1500" i="1">
                <a:solidFill>
                  <a:srgbClr val="777777"/>
                </a:solidFill>
              </a:rPr>
              <a:t>   Eu cheguei e coloquei minhas roupas no quarto.</a:t>
            </a:r>
          </a:p>
          <a:p>
            <a:pPr>
              <a:spcAft>
                <a:spcPts val="1000"/>
              </a:spcAft>
            </a:pPr>
          </a:p>
          <a:p>
            <a:r>
              <a:rPr sz="1800" b="1">
                <a:solidFill>
                  <a:srgbClr val="1A1A1A"/>
                </a:solidFill>
              </a:rPr>
              <a:t>▸ She rented a pair of sneakers.</a:t>
            </a:r>
          </a:p>
          <a:p>
            <a:pPr>
              <a:spcAft>
                <a:spcPts val="1000"/>
              </a:spcAft>
            </a:pPr>
            <a:r>
              <a:rPr sz="1500" i="1">
                <a:solidFill>
                  <a:srgbClr val="777777"/>
                </a:solidFill>
              </a:rPr>
              <a:t>   Ela alugou um par de tênis.</a:t>
            </a:r>
          </a:p>
          <a:p>
            <a:pPr>
              <a:spcAft>
                <a:spcPts val="1000"/>
              </a:spcAft>
            </a:pPr>
          </a:p>
          <a:p>
            <a:r>
              <a:rPr sz="1800" b="1">
                <a:solidFill>
                  <a:srgbClr val="1A1A1A"/>
                </a:solidFill>
              </a:rPr>
              <a:t>▸ He put the passport and the receipt together.</a:t>
            </a:r>
          </a:p>
          <a:p>
            <a:pPr>
              <a:spcAft>
                <a:spcPts val="1000"/>
              </a:spcAft>
            </a:pPr>
            <a:r>
              <a:rPr sz="1500" i="1">
                <a:solidFill>
                  <a:srgbClr val="777777"/>
                </a:solidFill>
              </a:rPr>
              <a:t>   Ele colocou o passaporte e o recibo juntos.</a:t>
            </a:r>
          </a:p>
          <a:p>
            <a:pPr>
              <a:spcAft>
                <a:spcPts val="1000"/>
              </a:spcAft>
            </a:pPr>
          </a:p>
          <a:p>
            <a:r>
              <a:rPr sz="1800" b="1">
                <a:solidFill>
                  <a:srgbClr val="1A1A1A"/>
                </a:solidFill>
              </a:rPr>
              <a:t>▸ The weather was rainy and I needed my cap.</a:t>
            </a:r>
          </a:p>
          <a:p>
            <a:pPr>
              <a:spcAft>
                <a:spcPts val="1000"/>
              </a:spcAft>
            </a:pPr>
            <a:r>
              <a:rPr sz="1500" i="1">
                <a:solidFill>
                  <a:srgbClr val="777777"/>
                </a:solidFill>
              </a:rPr>
              <a:t>   O tempo estava chuvoso e eu precisei do meu boné.</a:t>
            </a:r>
          </a:p>
          <a:p>
            <a:pPr>
              <a:spcAft>
                <a:spcPts val="1000"/>
              </a:spcAft>
            </a:pPr>
          </a:p>
          <a:p>
            <a:r>
              <a:rPr sz="1800" b="1">
                <a:solidFill>
                  <a:srgbClr val="1A1A1A"/>
                </a:solidFill>
              </a:rPr>
              <a:t>▸ What's this like? A penny, a nickel, and a dime.</a:t>
            </a:r>
          </a:p>
          <a:p>
            <a:pPr>
              <a:spcAft>
                <a:spcPts val="1000"/>
              </a:spcAft>
            </a:pPr>
            <a:r>
              <a:rPr sz="1500" i="1">
                <a:solidFill>
                  <a:srgbClr val="777777"/>
                </a:solidFill>
              </a:rPr>
              <a:t>   Como é isso? Um centavo, cinco centavos e dez centavos.</a:t>
            </a:r>
          </a:p>
          <a:p>
            <a:pPr>
              <a:spcAft>
                <a:spcPts val="1000"/>
              </a:spcAft>
            </a:pPr>
          </a:p>
          <a:p>
            <a:r>
              <a:rPr sz="1800" b="1">
                <a:solidFill>
                  <a:srgbClr val="1A1A1A"/>
                </a:solidFill>
              </a:rPr>
              <a:t>▸ I put on my belt, pants, and shoes.</a:t>
            </a:r>
          </a:p>
          <a:p>
            <a:pPr>
              <a:spcAft>
                <a:spcPts val="1000"/>
              </a:spcAft>
            </a:pPr>
            <a:r>
              <a:rPr sz="1500" i="1">
                <a:solidFill>
                  <a:srgbClr val="777777"/>
                </a:solidFill>
              </a:rPr>
              <a:t>   Eu coloquei meu cinto, calça e sapatos.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309360"/>
            <a:ext cx="7772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999999"/>
                </a:solidFill>
              </a:rPr>
              <a:t>www.rawenglish.com.br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333333"/>
                </a:solidFill>
              </a:rPr>
              <a:t>Lesson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7772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E86C00"/>
                </a:solidFill>
              </a:rPr>
              <a:t>PRACTICE / PRATIQUE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645920"/>
            <a:ext cx="914400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>
                <a:solidFill>
                  <a:srgbClr val="1A1A1A"/>
                </a:solidFill>
              </a:rPr>
              <a:t>▸ I thought about it and went to the store.</a:t>
            </a:r>
          </a:p>
          <a:p>
            <a:pPr>
              <a:spcAft>
                <a:spcPts val="1000"/>
              </a:spcAft>
            </a:pPr>
            <a:r>
              <a:rPr sz="1500" i="1">
                <a:solidFill>
                  <a:srgbClr val="777777"/>
                </a:solidFill>
              </a:rPr>
              <a:t>   Eu pensei nisso e fui à loja.</a:t>
            </a:r>
          </a:p>
          <a:p>
            <a:pPr>
              <a:spcAft>
                <a:spcPts val="1000"/>
              </a:spcAft>
            </a:pPr>
          </a:p>
          <a:p>
            <a:r>
              <a:rPr sz="1800" b="1">
                <a:solidFill>
                  <a:srgbClr val="1A1A1A"/>
                </a:solidFill>
              </a:rPr>
              <a:t>▸ She asked and he answered right away.</a:t>
            </a:r>
          </a:p>
          <a:p>
            <a:pPr>
              <a:spcAft>
                <a:spcPts val="1000"/>
              </a:spcAft>
            </a:pPr>
            <a:r>
              <a:rPr sz="1500" i="1">
                <a:solidFill>
                  <a:srgbClr val="777777"/>
                </a:solidFill>
              </a:rPr>
              <a:t>   Ela perguntou e ele respondeu na hora.</a:t>
            </a:r>
          </a:p>
          <a:p>
            <a:pPr>
              <a:spcAft>
                <a:spcPts val="1000"/>
              </a:spcAft>
            </a:pPr>
          </a:p>
          <a:p>
            <a:r>
              <a:rPr sz="1800" b="1">
                <a:solidFill>
                  <a:srgbClr val="1A1A1A"/>
                </a:solidFill>
              </a:rPr>
              <a:t>▸ There was a movie but I left early.</a:t>
            </a:r>
          </a:p>
          <a:p>
            <a:pPr>
              <a:spcAft>
                <a:spcPts val="1000"/>
              </a:spcAft>
            </a:pPr>
            <a:r>
              <a:rPr sz="1500" i="1">
                <a:solidFill>
                  <a:srgbClr val="777777"/>
                </a:solidFill>
              </a:rPr>
              <a:t>   Tinha um filme mas eu saí cedo.</a:t>
            </a:r>
          </a:p>
          <a:p>
            <a:pPr>
              <a:spcAft>
                <a:spcPts val="1000"/>
              </a:spcAft>
            </a:pPr>
          </a:p>
          <a:p>
            <a:r>
              <a:rPr sz="1800" b="1">
                <a:solidFill>
                  <a:srgbClr val="1A1A1A"/>
                </a:solidFill>
              </a:rPr>
              <a:t>▸ We arrived, sat down, and waited.</a:t>
            </a:r>
          </a:p>
          <a:p>
            <a:pPr>
              <a:spcAft>
                <a:spcPts val="1000"/>
              </a:spcAft>
            </a:pPr>
            <a:r>
              <a:rPr sz="1500" i="1">
                <a:solidFill>
                  <a:srgbClr val="777777"/>
                </a:solidFill>
              </a:rPr>
              <a:t>   Nós chegamos, sentamos e esperamos.</a:t>
            </a:r>
          </a:p>
          <a:p>
            <a:pPr>
              <a:spcAft>
                <a:spcPts val="1000"/>
              </a:spcAft>
            </a:pPr>
          </a:p>
          <a:p>
            <a:r>
              <a:rPr sz="1800" b="1">
                <a:solidFill>
                  <a:srgbClr val="1A1A1A"/>
                </a:solidFill>
              </a:rPr>
              <a:t>▸ He rented a car and watched the sunset.</a:t>
            </a:r>
          </a:p>
          <a:p>
            <a:pPr>
              <a:spcAft>
                <a:spcPts val="1000"/>
              </a:spcAft>
            </a:pPr>
            <a:r>
              <a:rPr sz="1500" i="1">
                <a:solidFill>
                  <a:srgbClr val="777777"/>
                </a:solidFill>
              </a:rPr>
              <a:t>   Ele alugou um carro e assistiu o pôr do sol.</a:t>
            </a:r>
          </a:p>
          <a:p>
            <a:pPr>
              <a:spcAft>
                <a:spcPts val="1000"/>
              </a:spcAft>
            </a:pPr>
          </a:p>
          <a:p>
            <a:r>
              <a:rPr sz="1800" b="1">
                <a:solidFill>
                  <a:srgbClr val="1A1A1A"/>
                </a:solidFill>
              </a:rPr>
              <a:t>▸ I cooked and talked with my grandchildren.</a:t>
            </a:r>
          </a:p>
          <a:p>
            <a:pPr>
              <a:spcAft>
                <a:spcPts val="1000"/>
              </a:spcAft>
            </a:pPr>
            <a:r>
              <a:rPr sz="1500" i="1">
                <a:solidFill>
                  <a:srgbClr val="777777"/>
                </a:solidFill>
              </a:rPr>
              <a:t>   Eu cozinhei e conversei com meus netos.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309360"/>
            <a:ext cx="7772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999999"/>
                </a:solidFill>
              </a:rPr>
              <a:t>www.rawenglish.com.br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333333"/>
                </a:solidFill>
              </a:rPr>
              <a:t>Lesson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7772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E86C00"/>
                </a:solidFill>
              </a:rPr>
              <a:t>PRACTICE / PRATIQUE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645920"/>
            <a:ext cx="914400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>
                <a:solidFill>
                  <a:srgbClr val="1A1A1A"/>
                </a:solidFill>
              </a:rPr>
              <a:t>▸ I understood the lesson in the bedroom.</a:t>
            </a:r>
          </a:p>
          <a:p>
            <a:pPr>
              <a:spcAft>
                <a:spcPts val="1000"/>
              </a:spcAft>
            </a:pPr>
            <a:r>
              <a:rPr sz="1500" i="1">
                <a:solidFill>
                  <a:srgbClr val="777777"/>
                </a:solidFill>
              </a:rPr>
              <a:t>   Eu entendi a lição no quarto.</a:t>
            </a:r>
          </a:p>
          <a:p>
            <a:pPr>
              <a:spcAft>
                <a:spcPts val="1000"/>
              </a:spcAft>
            </a:pPr>
          </a:p>
          <a:p>
            <a:r>
              <a:rPr sz="1800" b="1">
                <a:solidFill>
                  <a:srgbClr val="1A1A1A"/>
                </a:solidFill>
              </a:rPr>
              <a:t>▸ She cleaned the living room and the kitchen.</a:t>
            </a:r>
          </a:p>
          <a:p>
            <a:pPr>
              <a:spcAft>
                <a:spcPts val="1000"/>
              </a:spcAft>
            </a:pPr>
            <a:r>
              <a:rPr sz="1500" i="1">
                <a:solidFill>
                  <a:srgbClr val="777777"/>
                </a:solidFill>
              </a:rPr>
              <a:t>   Ela limpou a sala e a cozinha.</a:t>
            </a:r>
          </a:p>
          <a:p>
            <a:pPr>
              <a:spcAft>
                <a:spcPts val="1000"/>
              </a:spcAft>
            </a:pPr>
          </a:p>
          <a:p>
            <a:r>
              <a:rPr sz="1800" b="1">
                <a:solidFill>
                  <a:srgbClr val="1A1A1A"/>
                </a:solidFill>
              </a:rPr>
              <a:t>▸ He washed the dishes with soap.</a:t>
            </a:r>
          </a:p>
          <a:p>
            <a:pPr>
              <a:spcAft>
                <a:spcPts val="1000"/>
              </a:spcAft>
            </a:pPr>
            <a:r>
              <a:rPr sz="1500" i="1">
                <a:solidFill>
                  <a:srgbClr val="777777"/>
                </a:solidFill>
              </a:rPr>
              <a:t>   Ele lavou a louça com sabão.</a:t>
            </a:r>
          </a:p>
          <a:p>
            <a:pPr>
              <a:spcAft>
                <a:spcPts val="1000"/>
              </a:spcAft>
            </a:pPr>
          </a:p>
          <a:p>
            <a:r>
              <a:rPr sz="1800" b="1">
                <a:solidFill>
                  <a:srgbClr val="1A1A1A"/>
                </a:solidFill>
              </a:rPr>
              <a:t>▸ I looked at the garden from the garage.</a:t>
            </a:r>
          </a:p>
          <a:p>
            <a:pPr>
              <a:spcAft>
                <a:spcPts val="1000"/>
              </a:spcAft>
            </a:pPr>
            <a:r>
              <a:rPr sz="1500" i="1">
                <a:solidFill>
                  <a:srgbClr val="777777"/>
                </a:solidFill>
              </a:rPr>
              <a:t>   Eu olhei para o jardim da garagem.</a:t>
            </a:r>
          </a:p>
          <a:p>
            <a:pPr>
              <a:spcAft>
                <a:spcPts val="1000"/>
              </a:spcAft>
            </a:pPr>
          </a:p>
          <a:p>
            <a:r>
              <a:rPr sz="1800" b="1">
                <a:solidFill>
                  <a:srgbClr val="1A1A1A"/>
                </a:solidFill>
              </a:rPr>
              <a:t>▸ How old are you? I took a shower.</a:t>
            </a:r>
          </a:p>
          <a:p>
            <a:pPr>
              <a:spcAft>
                <a:spcPts val="1000"/>
              </a:spcAft>
            </a:pPr>
            <a:r>
              <a:rPr sz="1500" i="1">
                <a:solidFill>
                  <a:srgbClr val="777777"/>
                </a:solidFill>
              </a:rPr>
              <a:t>   Quantos anos você tem? Eu tomei banho.</a:t>
            </a:r>
          </a:p>
          <a:p>
            <a:pPr>
              <a:spcAft>
                <a:spcPts val="1000"/>
              </a:spcAft>
            </a:pPr>
          </a:p>
          <a:p>
            <a:r>
              <a:rPr sz="1800" b="1">
                <a:solidFill>
                  <a:srgbClr val="1A1A1A"/>
                </a:solidFill>
              </a:rPr>
              <a:t>▸ She looks like her mother a little.</a:t>
            </a:r>
          </a:p>
          <a:p>
            <a:pPr>
              <a:spcAft>
                <a:spcPts val="1000"/>
              </a:spcAft>
            </a:pPr>
            <a:r>
              <a:rPr sz="1500" i="1">
                <a:solidFill>
                  <a:srgbClr val="777777"/>
                </a:solidFill>
              </a:rPr>
              <a:t>   Ela se parece um pouco com a mãe.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309360"/>
            <a:ext cx="7772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999999"/>
                </a:solidFill>
              </a:rPr>
              <a:t>www.rawenglish.com.br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333333"/>
                </a:solidFill>
              </a:rPr>
              <a:t>Lesson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7772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E86C00"/>
                </a:solidFill>
              </a:rPr>
              <a:t>PRACTICE / PRATIQUE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645920"/>
            <a:ext cx="914400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>
                <a:solidFill>
                  <a:srgbClr val="1A1A1A"/>
                </a:solidFill>
              </a:rPr>
              <a:t>▸ The fork is on the plate.</a:t>
            </a:r>
          </a:p>
          <a:p>
            <a:pPr>
              <a:spcAft>
                <a:spcPts val="1000"/>
              </a:spcAft>
            </a:pPr>
            <a:r>
              <a:rPr sz="1500" i="1">
                <a:solidFill>
                  <a:srgbClr val="777777"/>
                </a:solidFill>
              </a:rPr>
              <a:t>   O garfo está no prato.</a:t>
            </a:r>
          </a:p>
          <a:p>
            <a:pPr>
              <a:spcAft>
                <a:spcPts val="1000"/>
              </a:spcAft>
            </a:pPr>
          </a:p>
          <a:p>
            <a:r>
              <a:rPr sz="1800" b="1">
                <a:solidFill>
                  <a:srgbClr val="1A1A1A"/>
                </a:solidFill>
              </a:rPr>
              <a:t>▸ She sat between the bed and the door.</a:t>
            </a:r>
          </a:p>
          <a:p>
            <a:pPr>
              <a:spcAft>
                <a:spcPts val="1000"/>
              </a:spcAft>
            </a:pPr>
            <a:r>
              <a:rPr sz="1500" i="1">
                <a:solidFill>
                  <a:srgbClr val="777777"/>
                </a:solidFill>
              </a:rPr>
              <a:t>   Ela sentou entre a cama e a porta.</a:t>
            </a:r>
          </a:p>
          <a:p>
            <a:pPr>
              <a:spcAft>
                <a:spcPts val="1000"/>
              </a:spcAft>
            </a:pPr>
          </a:p>
          <a:p>
            <a:r>
              <a:rPr sz="1800" b="1">
                <a:solidFill>
                  <a:srgbClr val="1A1A1A"/>
                </a:solidFill>
              </a:rPr>
              <a:t>▸ He went to the store in front of the park.</a:t>
            </a:r>
          </a:p>
          <a:p>
            <a:pPr>
              <a:spcAft>
                <a:spcPts val="1000"/>
              </a:spcAft>
            </a:pPr>
            <a:r>
              <a:rPr sz="1500" i="1">
                <a:solidFill>
                  <a:srgbClr val="777777"/>
                </a:solidFill>
              </a:rPr>
              <a:t>   Ele foi à loja em frente ao parque.</a:t>
            </a:r>
          </a:p>
          <a:p>
            <a:pPr>
              <a:spcAft>
                <a:spcPts val="1000"/>
              </a:spcAft>
            </a:pPr>
          </a:p>
          <a:p>
            <a:r>
              <a:rPr sz="1800" b="1">
                <a:solidFill>
                  <a:srgbClr val="1A1A1A"/>
                </a:solidFill>
              </a:rPr>
              <a:t>▸ I arrived at the hotel behind the church.</a:t>
            </a:r>
          </a:p>
          <a:p>
            <a:pPr>
              <a:spcAft>
                <a:spcPts val="1000"/>
              </a:spcAft>
            </a:pPr>
            <a:r>
              <a:rPr sz="1500" i="1">
                <a:solidFill>
                  <a:srgbClr val="777777"/>
                </a:solidFill>
              </a:rPr>
              <a:t>   Eu cheguei no hotel atrás da igreja.</a:t>
            </a:r>
          </a:p>
          <a:p>
            <a:pPr>
              <a:spcAft>
                <a:spcPts val="1000"/>
              </a:spcAft>
            </a:pPr>
          </a:p>
          <a:p>
            <a:r>
              <a:rPr sz="1800" b="1">
                <a:solidFill>
                  <a:srgbClr val="1A1A1A"/>
                </a:solidFill>
              </a:rPr>
              <a:t>▸ There is a napkin under the spoon.</a:t>
            </a:r>
          </a:p>
          <a:p>
            <a:pPr>
              <a:spcAft>
                <a:spcPts val="1000"/>
              </a:spcAft>
            </a:pPr>
            <a:r>
              <a:rPr sz="1500" i="1">
                <a:solidFill>
                  <a:srgbClr val="777777"/>
                </a:solidFill>
              </a:rPr>
              <a:t>   Tem um guardanapo embaixo da colher.</a:t>
            </a:r>
          </a:p>
          <a:p>
            <a:pPr>
              <a:spcAft>
                <a:spcPts val="1000"/>
              </a:spcAft>
            </a:pPr>
          </a:p>
          <a:p>
            <a:r>
              <a:rPr sz="1800" b="1">
                <a:solidFill>
                  <a:srgbClr val="1A1A1A"/>
                </a:solidFill>
              </a:rPr>
              <a:t>▸ We waited outside the bathroom.</a:t>
            </a:r>
          </a:p>
          <a:p>
            <a:pPr>
              <a:spcAft>
                <a:spcPts val="1000"/>
              </a:spcAft>
            </a:pPr>
            <a:r>
              <a:rPr sz="1500" i="1">
                <a:solidFill>
                  <a:srgbClr val="777777"/>
                </a:solidFill>
              </a:rPr>
              <a:t>   Nós esperamos fora do banheiro.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309360"/>
            <a:ext cx="7772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999999"/>
                </a:solidFill>
              </a:rPr>
              <a:t>www.rawenglish.com.br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acetado">
  <a:themeElements>
    <a:clrScheme name="Personalizada 2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63BB27"/>
      </a:accent2>
      <a:accent3>
        <a:srgbClr val="E6B91E"/>
      </a:accent3>
      <a:accent4>
        <a:srgbClr val="FFFF00"/>
      </a:accent4>
      <a:accent5>
        <a:srgbClr val="FFFF00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ado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ado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8C59B386-999D-4CB6-B907-9F3997C027CC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53606</TotalTime>
  <Words>1384</Words>
  <Application>Microsoft Macintosh PowerPoint</Application>
  <PresentationFormat>Widescreen</PresentationFormat>
  <Paragraphs>120</Paragraphs>
  <Slides>25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0" baseType="lpstr">
      <vt:lpstr>Arial</vt:lpstr>
      <vt:lpstr>Calibri</vt:lpstr>
      <vt:lpstr>Trebuchet MS</vt:lpstr>
      <vt:lpstr>Wingdings 3</vt:lpstr>
      <vt:lpstr>Facetado</vt:lpstr>
      <vt:lpstr>Book Two</vt:lpstr>
      <vt:lpstr>BOOK TWO</vt:lpstr>
      <vt:lpstr>Verbs</vt:lpstr>
      <vt:lpstr>VOCABULARY</vt:lpstr>
      <vt:lpstr>Verbs</vt:lpstr>
      <vt:lpstr>VOCABULARY</vt:lpstr>
      <vt:lpstr>Verbs</vt:lpstr>
      <vt:lpstr>VOCABULARY</vt:lpstr>
      <vt:lpstr>Verbs</vt:lpstr>
      <vt:lpstr>VOCABULARY</vt:lpstr>
      <vt:lpstr>Verbs</vt:lpstr>
      <vt:lpstr>VOCABULARY</vt:lpstr>
      <vt:lpstr>Verbs</vt:lpstr>
      <vt:lpstr>VOCABULARY</vt:lpstr>
      <vt:lpstr>Verbs</vt:lpstr>
      <vt:lpstr>VOCABULARY</vt:lpstr>
      <vt:lpstr>Verbs</vt:lpstr>
      <vt:lpstr>VOCABULARY</vt:lpstr>
      <vt:lpstr>Verbs</vt:lpstr>
      <vt:lpstr>VOCABULARY</vt:lpstr>
      <vt:lpstr>Verbs</vt:lpstr>
      <vt:lpstr>VOCABULARY</vt:lpstr>
      <vt:lpstr>Verbs</vt:lpstr>
      <vt:lpstr>VOCABULARY</vt:lpstr>
      <vt:lpstr>PREPOSITIONS</vt:lpstr>
    </vt:vector>
  </TitlesOfParts>
  <LinksUpToDate>false</LinksUpToDate>
  <SharedDoc>false</SharedDoc>
  <HyperlinksChanged>false</HyperlinksChanged>
  <AppVersion>16.0016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ILMA TEIXEIRA DE CARVALHO</dc:creator>
  <cp:lastModifiedBy>Andre Raw</cp:lastModifiedBy>
  <cp:revision>54</cp:revision>
  <dcterms:created xsi:type="dcterms:W3CDTF">2017-01-10T18:28:58Z</dcterms:created>
  <dcterms:modified xsi:type="dcterms:W3CDTF">2021-06-29T15:35:39Z</dcterms:modified>
</cp:coreProperties>
</file>
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9" r:id="rId2"/>
    <p:sldId id="302" r:id="rId3"/>
    <p:sldId id="260" r:id="rId4"/>
    <p:sldId id="264" r:id="rId5"/>
    <p:sldId id="262" r:id="rId6"/>
    <p:sldId id="261" r:id="rId7"/>
    <p:sldId id="263" r:id="rId8"/>
    <p:sldId id="284" r:id="rId9"/>
    <p:sldId id="285" r:id="rId10"/>
    <p:sldId id="286" r:id="rId11"/>
    <p:sldId id="287" r:id="rId12"/>
    <p:sldId id="291" r:id="rId13"/>
    <p:sldId id="289" r:id="rId14"/>
    <p:sldId id="288" r:id="rId15"/>
    <p:sldId id="292" r:id="rId16"/>
    <p:sldId id="290" r:id="rId17"/>
    <p:sldId id="293" r:id="rId18"/>
    <p:sldId id="294" r:id="rId19"/>
    <p:sldId id="299" r:id="rId20"/>
    <p:sldId id="300" r:id="rId21"/>
    <p:sldId id="297" r:id="rId22"/>
    <p:sldId id="298" r:id="rId23"/>
    <p:sldId id="295" r:id="rId24"/>
    <p:sldId id="296" r:id="rId25"/>
    <p:sldId id="301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C4AEA2-3A30-854C-A8AC-B4AB08C19381}" type="doc">
      <dgm:prSet loTypeId="urn:microsoft.com/office/officeart/2005/8/layout/pyramid3" loCatId="" qsTypeId="urn:microsoft.com/office/officeart/2005/8/quickstyle/simple4" qsCatId="simple" csTypeId="urn:microsoft.com/office/officeart/2005/8/colors/accent1_2" csCatId="accent1" phldr="1"/>
      <dgm:spPr/>
    </dgm:pt>
    <dgm:pt modelId="{9AC19723-3F49-694F-87F8-F851FCD21690}">
      <dgm:prSet phldrT="[Texto]"/>
      <dgm:spPr/>
      <dgm:t>
        <a:bodyPr/>
        <a:lstStyle/>
        <a:p>
          <a:r>
            <a:rPr lang="pt-BR" dirty="0">
              <a:solidFill>
                <a:srgbClr val="FF0000"/>
              </a:solidFill>
            </a:rPr>
            <a:t>IN </a:t>
          </a:r>
        </a:p>
      </dgm:t>
    </dgm:pt>
    <dgm:pt modelId="{1AAF6E20-08EC-C34A-9265-82B7A470C770}" type="parTrans" cxnId="{9B950415-0546-FD48-B4BB-BC8FD80443A0}">
      <dgm:prSet/>
      <dgm:spPr/>
      <dgm:t>
        <a:bodyPr/>
        <a:lstStyle/>
        <a:p>
          <a:endParaRPr lang="pt-BR"/>
        </a:p>
      </dgm:t>
    </dgm:pt>
    <dgm:pt modelId="{FB8C8E0D-ED09-6748-8939-E92EF3B2708C}" type="sibTrans" cxnId="{9B950415-0546-FD48-B4BB-BC8FD80443A0}">
      <dgm:prSet/>
      <dgm:spPr/>
      <dgm:t>
        <a:bodyPr/>
        <a:lstStyle/>
        <a:p>
          <a:endParaRPr lang="pt-BR"/>
        </a:p>
      </dgm:t>
    </dgm:pt>
    <dgm:pt modelId="{D49D9EBA-59FB-4F42-B514-26BBE4AD0167}">
      <dgm:prSet phldrT="[Texto]"/>
      <dgm:spPr/>
      <dgm:t>
        <a:bodyPr/>
        <a:lstStyle/>
        <a:p>
          <a:r>
            <a:rPr lang="pt-BR" dirty="0">
              <a:solidFill>
                <a:srgbClr val="FF0000"/>
              </a:solidFill>
            </a:rPr>
            <a:t>ON</a:t>
          </a:r>
        </a:p>
      </dgm:t>
    </dgm:pt>
    <dgm:pt modelId="{D96C8F7F-C2B1-7946-BD7D-7D3C16A4EAA3}" type="parTrans" cxnId="{9632C962-70E8-454F-814D-3B19506A089C}">
      <dgm:prSet/>
      <dgm:spPr/>
      <dgm:t>
        <a:bodyPr/>
        <a:lstStyle/>
        <a:p>
          <a:endParaRPr lang="pt-BR"/>
        </a:p>
      </dgm:t>
    </dgm:pt>
    <dgm:pt modelId="{D4917DC7-1A96-F849-B3D0-641EC99495F8}" type="sibTrans" cxnId="{9632C962-70E8-454F-814D-3B19506A089C}">
      <dgm:prSet/>
      <dgm:spPr/>
      <dgm:t>
        <a:bodyPr/>
        <a:lstStyle/>
        <a:p>
          <a:endParaRPr lang="pt-BR"/>
        </a:p>
      </dgm:t>
    </dgm:pt>
    <dgm:pt modelId="{2958C5FC-F67F-C748-B673-6193A520A9CA}">
      <dgm:prSet phldrT="[Texto]"/>
      <dgm:spPr/>
      <dgm:t>
        <a:bodyPr/>
        <a:lstStyle/>
        <a:p>
          <a:r>
            <a:rPr lang="pt-BR" dirty="0">
              <a:solidFill>
                <a:srgbClr val="FF0000"/>
              </a:solidFill>
            </a:rPr>
            <a:t>AT</a:t>
          </a:r>
        </a:p>
      </dgm:t>
    </dgm:pt>
    <dgm:pt modelId="{F463D7A8-A9E1-A341-B7FA-8CE526CA90A1}" type="parTrans" cxnId="{C5D04211-DEDB-C54C-A9C7-BC3095975176}">
      <dgm:prSet/>
      <dgm:spPr/>
      <dgm:t>
        <a:bodyPr/>
        <a:lstStyle/>
        <a:p>
          <a:endParaRPr lang="pt-BR"/>
        </a:p>
      </dgm:t>
    </dgm:pt>
    <dgm:pt modelId="{962C4B79-2968-9042-B15D-0713B858EE04}" type="sibTrans" cxnId="{C5D04211-DEDB-C54C-A9C7-BC3095975176}">
      <dgm:prSet/>
      <dgm:spPr/>
      <dgm:t>
        <a:bodyPr/>
        <a:lstStyle/>
        <a:p>
          <a:endParaRPr lang="pt-BR"/>
        </a:p>
      </dgm:t>
    </dgm:pt>
    <dgm:pt modelId="{6F5C1B5C-1BB3-514E-A6C5-FBC43DDEF70D}" type="pres">
      <dgm:prSet presAssocID="{E1C4AEA2-3A30-854C-A8AC-B4AB08C19381}" presName="Name0" presStyleCnt="0">
        <dgm:presLayoutVars>
          <dgm:dir/>
          <dgm:animLvl val="lvl"/>
          <dgm:resizeHandles val="exact"/>
        </dgm:presLayoutVars>
      </dgm:prSet>
      <dgm:spPr/>
    </dgm:pt>
    <dgm:pt modelId="{73A1AA78-80C0-EC4A-AC83-C4814F0547D5}" type="pres">
      <dgm:prSet presAssocID="{9AC19723-3F49-694F-87F8-F851FCD21690}" presName="Name8" presStyleCnt="0"/>
      <dgm:spPr/>
    </dgm:pt>
    <dgm:pt modelId="{5307E1CA-08B6-C847-B2D2-A60639641B28}" type="pres">
      <dgm:prSet presAssocID="{9AC19723-3F49-694F-87F8-F851FCD21690}" presName="level" presStyleLbl="node1" presStyleIdx="0" presStyleCnt="3">
        <dgm:presLayoutVars>
          <dgm:chMax val="1"/>
          <dgm:bulletEnabled val="1"/>
        </dgm:presLayoutVars>
      </dgm:prSet>
      <dgm:spPr/>
    </dgm:pt>
    <dgm:pt modelId="{6EE46217-EF9B-A640-93F8-ED0B7F72D3BD}" type="pres">
      <dgm:prSet presAssocID="{9AC19723-3F49-694F-87F8-F851FCD2169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A312C6E-E718-5547-AF46-87CB6CFF3558}" type="pres">
      <dgm:prSet presAssocID="{D49D9EBA-59FB-4F42-B514-26BBE4AD0167}" presName="Name8" presStyleCnt="0"/>
      <dgm:spPr/>
    </dgm:pt>
    <dgm:pt modelId="{A4C2C1B0-A228-984C-B73A-D0C05340A031}" type="pres">
      <dgm:prSet presAssocID="{D49D9EBA-59FB-4F42-B514-26BBE4AD0167}" presName="level" presStyleLbl="node1" presStyleIdx="1" presStyleCnt="3">
        <dgm:presLayoutVars>
          <dgm:chMax val="1"/>
          <dgm:bulletEnabled val="1"/>
        </dgm:presLayoutVars>
      </dgm:prSet>
      <dgm:spPr/>
    </dgm:pt>
    <dgm:pt modelId="{1A2DAB64-F38F-1640-8448-3252B1665238}" type="pres">
      <dgm:prSet presAssocID="{D49D9EBA-59FB-4F42-B514-26BBE4AD016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D395AAA-A576-7C4C-A794-5B8DCD468A40}" type="pres">
      <dgm:prSet presAssocID="{2958C5FC-F67F-C748-B673-6193A520A9CA}" presName="Name8" presStyleCnt="0"/>
      <dgm:spPr/>
    </dgm:pt>
    <dgm:pt modelId="{89D9F80E-5FDB-954F-83AB-CC30DE5F92AF}" type="pres">
      <dgm:prSet presAssocID="{2958C5FC-F67F-C748-B673-6193A520A9CA}" presName="level" presStyleLbl="node1" presStyleIdx="2" presStyleCnt="3">
        <dgm:presLayoutVars>
          <dgm:chMax val="1"/>
          <dgm:bulletEnabled val="1"/>
        </dgm:presLayoutVars>
      </dgm:prSet>
      <dgm:spPr/>
    </dgm:pt>
    <dgm:pt modelId="{6B4D74C7-D59C-3A46-9A24-0A8A9F4630A6}" type="pres">
      <dgm:prSet presAssocID="{2958C5FC-F67F-C748-B673-6193A520A9C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5D04211-DEDB-C54C-A9C7-BC3095975176}" srcId="{E1C4AEA2-3A30-854C-A8AC-B4AB08C19381}" destId="{2958C5FC-F67F-C748-B673-6193A520A9CA}" srcOrd="2" destOrd="0" parTransId="{F463D7A8-A9E1-A341-B7FA-8CE526CA90A1}" sibTransId="{962C4B79-2968-9042-B15D-0713B858EE04}"/>
    <dgm:cxn modelId="{9B950415-0546-FD48-B4BB-BC8FD80443A0}" srcId="{E1C4AEA2-3A30-854C-A8AC-B4AB08C19381}" destId="{9AC19723-3F49-694F-87F8-F851FCD21690}" srcOrd="0" destOrd="0" parTransId="{1AAF6E20-08EC-C34A-9265-82B7A470C770}" sibTransId="{FB8C8E0D-ED09-6748-8939-E92EF3B2708C}"/>
    <dgm:cxn modelId="{2E57B456-78A1-A043-906A-E08D11AF3153}" type="presOf" srcId="{2958C5FC-F67F-C748-B673-6193A520A9CA}" destId="{6B4D74C7-D59C-3A46-9A24-0A8A9F4630A6}" srcOrd="1" destOrd="0" presId="urn:microsoft.com/office/officeart/2005/8/layout/pyramid3"/>
    <dgm:cxn modelId="{9632C962-70E8-454F-814D-3B19506A089C}" srcId="{E1C4AEA2-3A30-854C-A8AC-B4AB08C19381}" destId="{D49D9EBA-59FB-4F42-B514-26BBE4AD0167}" srcOrd="1" destOrd="0" parTransId="{D96C8F7F-C2B1-7946-BD7D-7D3C16A4EAA3}" sibTransId="{D4917DC7-1A96-F849-B3D0-641EC99495F8}"/>
    <dgm:cxn modelId="{796D198E-7142-9342-8E71-9E9C4E6BCDF7}" type="presOf" srcId="{9AC19723-3F49-694F-87F8-F851FCD21690}" destId="{5307E1CA-08B6-C847-B2D2-A60639641B28}" srcOrd="0" destOrd="0" presId="urn:microsoft.com/office/officeart/2005/8/layout/pyramid3"/>
    <dgm:cxn modelId="{7F6E5CA0-2C41-4D4F-9471-52C72AE4EFAC}" type="presOf" srcId="{9AC19723-3F49-694F-87F8-F851FCD21690}" destId="{6EE46217-EF9B-A640-93F8-ED0B7F72D3BD}" srcOrd="1" destOrd="0" presId="urn:microsoft.com/office/officeart/2005/8/layout/pyramid3"/>
    <dgm:cxn modelId="{219CA3B6-BB41-7B4A-8025-79253F192B32}" type="presOf" srcId="{2958C5FC-F67F-C748-B673-6193A520A9CA}" destId="{89D9F80E-5FDB-954F-83AB-CC30DE5F92AF}" srcOrd="0" destOrd="0" presId="urn:microsoft.com/office/officeart/2005/8/layout/pyramid3"/>
    <dgm:cxn modelId="{5412A9BC-7F8B-E146-9712-921998D89793}" type="presOf" srcId="{D49D9EBA-59FB-4F42-B514-26BBE4AD0167}" destId="{1A2DAB64-F38F-1640-8448-3252B1665238}" srcOrd="1" destOrd="0" presId="urn:microsoft.com/office/officeart/2005/8/layout/pyramid3"/>
    <dgm:cxn modelId="{97D9E9BE-261A-8E45-A958-B89B70F2C1C5}" type="presOf" srcId="{E1C4AEA2-3A30-854C-A8AC-B4AB08C19381}" destId="{6F5C1B5C-1BB3-514E-A6C5-FBC43DDEF70D}" srcOrd="0" destOrd="0" presId="urn:microsoft.com/office/officeart/2005/8/layout/pyramid3"/>
    <dgm:cxn modelId="{A4131DD0-B475-F74B-ACF7-92DCBB9F0F08}" type="presOf" srcId="{D49D9EBA-59FB-4F42-B514-26BBE4AD0167}" destId="{A4C2C1B0-A228-984C-B73A-D0C05340A031}" srcOrd="0" destOrd="0" presId="urn:microsoft.com/office/officeart/2005/8/layout/pyramid3"/>
    <dgm:cxn modelId="{4ADE9458-3342-CC47-ACF2-AE58E3F8668A}" type="presParOf" srcId="{6F5C1B5C-1BB3-514E-A6C5-FBC43DDEF70D}" destId="{73A1AA78-80C0-EC4A-AC83-C4814F0547D5}" srcOrd="0" destOrd="0" presId="urn:microsoft.com/office/officeart/2005/8/layout/pyramid3"/>
    <dgm:cxn modelId="{186308ED-2DBE-AE47-AF3E-5F5E0E1C1AEE}" type="presParOf" srcId="{73A1AA78-80C0-EC4A-AC83-C4814F0547D5}" destId="{5307E1CA-08B6-C847-B2D2-A60639641B28}" srcOrd="0" destOrd="0" presId="urn:microsoft.com/office/officeart/2005/8/layout/pyramid3"/>
    <dgm:cxn modelId="{8C8C9951-B7EB-8744-ABC0-7B41857D0928}" type="presParOf" srcId="{73A1AA78-80C0-EC4A-AC83-C4814F0547D5}" destId="{6EE46217-EF9B-A640-93F8-ED0B7F72D3BD}" srcOrd="1" destOrd="0" presId="urn:microsoft.com/office/officeart/2005/8/layout/pyramid3"/>
    <dgm:cxn modelId="{15A9D395-8DDB-0E4D-B256-3DB30196C31B}" type="presParOf" srcId="{6F5C1B5C-1BB3-514E-A6C5-FBC43DDEF70D}" destId="{0A312C6E-E718-5547-AF46-87CB6CFF3558}" srcOrd="1" destOrd="0" presId="urn:microsoft.com/office/officeart/2005/8/layout/pyramid3"/>
    <dgm:cxn modelId="{29215F29-4A42-1545-9274-6FAFD0083237}" type="presParOf" srcId="{0A312C6E-E718-5547-AF46-87CB6CFF3558}" destId="{A4C2C1B0-A228-984C-B73A-D0C05340A031}" srcOrd="0" destOrd="0" presId="urn:microsoft.com/office/officeart/2005/8/layout/pyramid3"/>
    <dgm:cxn modelId="{6A83A120-E16D-8B4D-808A-138169878A39}" type="presParOf" srcId="{0A312C6E-E718-5547-AF46-87CB6CFF3558}" destId="{1A2DAB64-F38F-1640-8448-3252B1665238}" srcOrd="1" destOrd="0" presId="urn:microsoft.com/office/officeart/2005/8/layout/pyramid3"/>
    <dgm:cxn modelId="{6B896FF7-E3CA-B744-9183-32370BA5D23C}" type="presParOf" srcId="{6F5C1B5C-1BB3-514E-A6C5-FBC43DDEF70D}" destId="{0D395AAA-A576-7C4C-A794-5B8DCD468A40}" srcOrd="2" destOrd="0" presId="urn:microsoft.com/office/officeart/2005/8/layout/pyramid3"/>
    <dgm:cxn modelId="{343F4035-0B6A-2245-8911-F425B34722E6}" type="presParOf" srcId="{0D395AAA-A576-7C4C-A794-5B8DCD468A40}" destId="{89D9F80E-5FDB-954F-83AB-CC30DE5F92AF}" srcOrd="0" destOrd="0" presId="urn:microsoft.com/office/officeart/2005/8/layout/pyramid3"/>
    <dgm:cxn modelId="{4206E852-E8B7-2243-8312-0E9A9890B2A1}" type="presParOf" srcId="{0D395AAA-A576-7C4C-A794-5B8DCD468A40}" destId="{6B4D74C7-D59C-3A46-9A24-0A8A9F4630A6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7E1CA-08B6-C847-B2D2-A60639641B28}">
      <dsp:nvSpPr>
        <dsp:cNvPr id="0" name=""/>
        <dsp:cNvSpPr/>
      </dsp:nvSpPr>
      <dsp:spPr>
        <a:xfrm rot="10800000">
          <a:off x="0" y="0"/>
          <a:ext cx="8596312" cy="1494335"/>
        </a:xfrm>
        <a:prstGeom prst="trapezoid">
          <a:avLst>
            <a:gd name="adj" fmla="val 9587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>
              <a:solidFill>
                <a:srgbClr val="FF0000"/>
              </a:solidFill>
            </a:rPr>
            <a:t>IN </a:t>
          </a:r>
        </a:p>
      </dsp:txBody>
      <dsp:txXfrm rot="-10800000">
        <a:off x="1504354" y="0"/>
        <a:ext cx="5587602" cy="1494335"/>
      </dsp:txXfrm>
    </dsp:sp>
    <dsp:sp modelId="{A4C2C1B0-A228-984C-B73A-D0C05340A031}">
      <dsp:nvSpPr>
        <dsp:cNvPr id="0" name=""/>
        <dsp:cNvSpPr/>
      </dsp:nvSpPr>
      <dsp:spPr>
        <a:xfrm rot="10800000">
          <a:off x="1432718" y="1494335"/>
          <a:ext cx="5730874" cy="1494335"/>
        </a:xfrm>
        <a:prstGeom prst="trapezoid">
          <a:avLst>
            <a:gd name="adj" fmla="val 9587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>
              <a:solidFill>
                <a:srgbClr val="FF0000"/>
              </a:solidFill>
            </a:rPr>
            <a:t>ON</a:t>
          </a:r>
        </a:p>
      </dsp:txBody>
      <dsp:txXfrm rot="-10800000">
        <a:off x="2435621" y="1494335"/>
        <a:ext cx="3725068" cy="1494335"/>
      </dsp:txXfrm>
    </dsp:sp>
    <dsp:sp modelId="{89D9F80E-5FDB-954F-83AB-CC30DE5F92AF}">
      <dsp:nvSpPr>
        <dsp:cNvPr id="0" name=""/>
        <dsp:cNvSpPr/>
      </dsp:nvSpPr>
      <dsp:spPr>
        <a:xfrm rot="10800000">
          <a:off x="2865437" y="2988671"/>
          <a:ext cx="2865437" cy="1494335"/>
        </a:xfrm>
        <a:prstGeom prst="trapezoid">
          <a:avLst>
            <a:gd name="adj" fmla="val 9587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>
              <a:solidFill>
                <a:srgbClr val="FF0000"/>
              </a:solidFill>
            </a:rPr>
            <a:t>AT</a:t>
          </a:r>
        </a:p>
      </dsp:txBody>
      <dsp:txXfrm rot="-10800000">
        <a:off x="2865437" y="2988671"/>
        <a:ext cx="2865437" cy="1494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CD71C-4A3F-2947-B4A9-CA08D25B15AF}" type="datetimeFigureOut">
              <a:rPr lang="pt-BR" smtClean="0"/>
              <a:t>28/06/2021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BDE3A-2BC9-DD4B-8E45-7601E0F8ACE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073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82807-D50B-1546-932A-B5F524F4F495}" type="datetimeFigureOut">
              <a:rPr lang="pt-BR" smtClean="0"/>
              <a:t>28/06/2021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86F06-CEE5-FB43-AE26-851DD5AE474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3543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986F06-CEE5-FB43-AE26-851DD5AE474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864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986F06-CEE5-FB43-AE26-851DD5AE474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65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0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36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94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4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2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8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5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3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760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49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05572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5825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34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4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396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6513" y="1779589"/>
            <a:ext cx="3605327" cy="760411"/>
          </a:xfrm>
        </p:spPr>
        <p:txBody>
          <a:bodyPr>
            <a:noAutofit/>
          </a:bodyPr>
          <a:lstStyle/>
          <a:p>
            <a:r>
              <a:rPr lang="pt-BR" sz="5400">
                <a:solidFill>
                  <a:schemeClr val="bg1"/>
                </a:solidFill>
              </a:rPr>
              <a:t>Book </a:t>
            </a:r>
            <a:r>
              <a:rPr lang="pt-BR" sz="5400" dirty="0" err="1">
                <a:solidFill>
                  <a:schemeClr val="bg1"/>
                </a:solidFill>
              </a:rPr>
              <a:t>Two</a:t>
            </a:r>
            <a:endParaRPr lang="pt-BR" sz="5400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20843" y="2642568"/>
            <a:ext cx="8596668" cy="1808437"/>
          </a:xfrm>
        </p:spPr>
        <p:txBody>
          <a:bodyPr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5400" dirty="0">
                <a:solidFill>
                  <a:schemeClr val="bg1"/>
                </a:solidFill>
              </a:rPr>
              <a:t>Fale inglês rápido e com confiança!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69900" y="6488668"/>
            <a:ext cx="2958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 err="1">
                <a:solidFill>
                  <a:schemeClr val="bg1"/>
                </a:solidFill>
              </a:rPr>
              <a:t>www.rawenglish.com.br</a:t>
            </a: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70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81350"/>
            <a:ext cx="2729027" cy="646111"/>
          </a:xfrm>
        </p:spPr>
        <p:txBody>
          <a:bodyPr/>
          <a:lstStyle/>
          <a:p>
            <a:r>
              <a:rPr lang="pt-BR" b="1" dirty="0">
                <a:solidFill>
                  <a:srgbClr val="002060"/>
                </a:solidFill>
              </a:rPr>
              <a:t>BOOK TWO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6273" y="2401268"/>
            <a:ext cx="8596668" cy="3974132"/>
          </a:xfrm>
        </p:spPr>
        <p:txBody>
          <a:bodyPr>
            <a:no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HOW TO SPEAK ENGLISH FAST...</a:t>
            </a:r>
          </a:p>
          <a:p>
            <a:r>
              <a:rPr lang="pt-BR" sz="2400" dirty="0">
                <a:solidFill>
                  <a:schemeClr val="bg1"/>
                </a:solidFill>
              </a:rPr>
              <a:t>Fale inglês rápido e com confiança, na </a:t>
            </a:r>
            <a:r>
              <a:rPr lang="pt-BR" sz="2400" dirty="0" err="1">
                <a:solidFill>
                  <a:schemeClr val="bg1"/>
                </a:solidFill>
              </a:rPr>
              <a:t>Raw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English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consultant</a:t>
            </a:r>
            <a:r>
              <a:rPr lang="pt-BR" sz="2400" dirty="0">
                <a:solidFill>
                  <a:schemeClr val="bg1"/>
                </a:solidFill>
              </a:rPr>
              <a:t> você aprende inglês da forma correta e com 100% de comunicação oral...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>
                <a:solidFill>
                  <a:srgbClr val="FF0000"/>
                </a:solidFill>
              </a:rPr>
              <a:t>TO EDUCATE PEOPLE IN THE ENGLISH LANGUAGE IN A FAST AND PROPER WAY...</a:t>
            </a:r>
          </a:p>
          <a:p>
            <a:r>
              <a:rPr lang="pt-BR" sz="2400" dirty="0">
                <a:solidFill>
                  <a:schemeClr val="bg1"/>
                </a:solidFill>
              </a:rPr>
              <a:t>Educar pessoas sobre a língua Inglesa rapidamente e na maneira correta...</a:t>
            </a:r>
          </a:p>
          <a:p>
            <a:pPr marL="0" indent="0">
              <a:buNone/>
            </a:pPr>
            <a:r>
              <a:rPr lang="pt-BR" sz="2400" dirty="0"/>
              <a:t>    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442" y="181350"/>
            <a:ext cx="4475009" cy="31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4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ONE 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1423688" cy="748924"/>
          </a:xfrm>
        </p:spPr>
        <p:txBody>
          <a:bodyPr/>
          <a:lstStyle/>
          <a:p>
            <a:r>
              <a:rPr lang="pt-BR" dirty="0" err="1">
                <a:solidFill>
                  <a:srgbClr val="7030A0"/>
                </a:solidFill>
              </a:rPr>
              <a:t>Verbs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2439283"/>
            <a:ext cx="8596668" cy="124522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need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en-US" sz="3200" dirty="0">
                <a:solidFill>
                  <a:schemeClr val="bg1"/>
                </a:solidFill>
              </a:rPr>
              <a:t>Needed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travel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traveled</a:t>
            </a:r>
            <a:r>
              <a:rPr lang="pt-BR" sz="3200" dirty="0">
                <a:solidFill>
                  <a:schemeClr val="bg1"/>
                </a:solidFill>
              </a:rPr>
              <a:t> / –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Buy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bought</a:t>
            </a:r>
            <a:r>
              <a:rPr lang="pt-BR" sz="3200" dirty="0">
                <a:solidFill>
                  <a:schemeClr val="bg1"/>
                </a:solidFill>
              </a:rPr>
              <a:t> 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sell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sold</a:t>
            </a:r>
            <a:r>
              <a:rPr lang="pt-BR" sz="3200" dirty="0">
                <a:solidFill>
                  <a:schemeClr val="bg1"/>
                </a:solidFill>
              </a:rPr>
              <a:t>  -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be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Was</a:t>
            </a:r>
            <a:r>
              <a:rPr lang="pt-BR" sz="3200" dirty="0">
                <a:solidFill>
                  <a:schemeClr val="bg1"/>
                </a:solidFill>
              </a:rPr>
              <a:t>/</a:t>
            </a:r>
            <a:r>
              <a:rPr lang="pt-BR" sz="3200" dirty="0" err="1">
                <a:solidFill>
                  <a:schemeClr val="bg1"/>
                </a:solidFill>
              </a:rPr>
              <a:t>Were</a:t>
            </a:r>
            <a:endParaRPr lang="pt-B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44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ONE 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240012" y="1441982"/>
            <a:ext cx="2773753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240012" y="2180190"/>
            <a:ext cx="8596668" cy="1466394"/>
          </a:xfrm>
        </p:spPr>
        <p:txBody>
          <a:bodyPr>
            <a:noAutofit/>
          </a:bodyPr>
          <a:lstStyle/>
          <a:p>
            <a:pPr algn="just"/>
            <a:r>
              <a:rPr lang="pt-BR" sz="2400" dirty="0" err="1">
                <a:solidFill>
                  <a:schemeClr val="bg1"/>
                </a:solidFill>
              </a:rPr>
              <a:t>Coat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shirt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neighbor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Kitchen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furniture</a:t>
            </a:r>
            <a:r>
              <a:rPr lang="pt-BR" sz="2400" dirty="0">
                <a:solidFill>
                  <a:schemeClr val="bg1"/>
                </a:solidFill>
              </a:rPr>
              <a:t>; box; </a:t>
            </a:r>
            <a:r>
              <a:rPr lang="pt-BR" sz="2400" dirty="0" err="1">
                <a:solidFill>
                  <a:schemeClr val="bg1"/>
                </a:solidFill>
              </a:rPr>
              <a:t>peach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turkey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tall</a:t>
            </a:r>
            <a:r>
              <a:rPr lang="pt-BR" sz="2400" dirty="0">
                <a:solidFill>
                  <a:schemeClr val="bg1"/>
                </a:solidFill>
              </a:rPr>
              <a:t>; short; </a:t>
            </a:r>
            <a:r>
              <a:rPr lang="pt-BR" sz="2400" dirty="0" err="1">
                <a:solidFill>
                  <a:schemeClr val="bg1"/>
                </a:solidFill>
              </a:rPr>
              <a:t>tired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married</a:t>
            </a:r>
            <a:r>
              <a:rPr lang="pt-BR" sz="2400" dirty="0">
                <a:solidFill>
                  <a:schemeClr val="bg1"/>
                </a:solidFill>
              </a:rPr>
              <a:t>, single; </a:t>
            </a:r>
            <a:r>
              <a:rPr lang="pt-BR" sz="2400" dirty="0" err="1">
                <a:solidFill>
                  <a:schemeClr val="bg1"/>
                </a:solidFill>
              </a:rPr>
              <a:t>Brazilian</a:t>
            </a:r>
            <a:r>
              <a:rPr lang="pt-BR" sz="2400" dirty="0">
                <a:solidFill>
                  <a:schemeClr val="bg1"/>
                </a:solidFill>
              </a:rPr>
              <a:t>; American; </a:t>
            </a:r>
            <a:r>
              <a:rPr lang="pt-BR" sz="2400" dirty="0" err="1">
                <a:solidFill>
                  <a:schemeClr val="bg1"/>
                </a:solidFill>
              </a:rPr>
              <a:t>happy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sad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slow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fast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old</a:t>
            </a:r>
            <a:r>
              <a:rPr lang="pt-BR" sz="2400" dirty="0">
                <a:solidFill>
                  <a:schemeClr val="bg1"/>
                </a:solidFill>
              </a:rPr>
              <a:t>; Young; </a:t>
            </a:r>
            <a:r>
              <a:rPr lang="pt-BR" sz="2400" dirty="0" err="1">
                <a:solidFill>
                  <a:schemeClr val="bg1"/>
                </a:solidFill>
              </a:rPr>
              <a:t>information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end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price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accident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his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her</a:t>
            </a:r>
            <a:r>
              <a:rPr lang="pt-BR" sz="2400" dirty="0">
                <a:solidFill>
                  <a:schemeClr val="bg1"/>
                </a:solidFill>
              </a:rPr>
              <a:t>; its; </a:t>
            </a:r>
            <a:r>
              <a:rPr lang="pt-BR" sz="2400" dirty="0" err="1">
                <a:solidFill>
                  <a:schemeClr val="bg1"/>
                </a:solidFill>
              </a:rPr>
              <a:t>our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your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their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  <a:r>
              <a:rPr lang="pt-BR" sz="2400" dirty="0"/>
              <a:t>.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 err="1">
                <a:solidFill>
                  <a:schemeClr val="bg1"/>
                </a:solidFill>
              </a:rPr>
              <a:t>This</a:t>
            </a:r>
            <a:r>
              <a:rPr lang="pt-BR" sz="2400" b="1" dirty="0">
                <a:solidFill>
                  <a:schemeClr val="bg1"/>
                </a:solidFill>
              </a:rPr>
              <a:t> time; </a:t>
            </a:r>
            <a:r>
              <a:rPr lang="pt-BR" sz="2400" b="1" dirty="0" err="1">
                <a:solidFill>
                  <a:schemeClr val="bg1"/>
                </a:solidFill>
              </a:rPr>
              <a:t>first</a:t>
            </a:r>
            <a:r>
              <a:rPr lang="pt-BR" sz="2400" b="1" dirty="0">
                <a:solidFill>
                  <a:schemeClr val="bg1"/>
                </a:solidFill>
              </a:rPr>
              <a:t> time; </a:t>
            </a:r>
            <a:r>
              <a:rPr lang="pt-BR" sz="2400" b="1" dirty="0" err="1">
                <a:solidFill>
                  <a:schemeClr val="bg1"/>
                </a:solidFill>
              </a:rPr>
              <a:t>congratulations</a:t>
            </a:r>
            <a:r>
              <a:rPr lang="pt-BR" sz="2400" b="1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13068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TWO 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9" name="Espaço Reservado para Conteúdo 7"/>
          <p:cNvSpPr>
            <a:spLocks noGrp="1"/>
          </p:cNvSpPr>
          <p:nvPr>
            <p:ph idx="1"/>
          </p:nvPr>
        </p:nvSpPr>
        <p:spPr>
          <a:xfrm>
            <a:off x="436034" y="2439283"/>
            <a:ext cx="8596668" cy="1245220"/>
          </a:xfrm>
        </p:spPr>
        <p:txBody>
          <a:bodyPr/>
          <a:lstStyle/>
          <a:p>
            <a:pPr algn="just"/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like</a:t>
            </a:r>
            <a:r>
              <a:rPr lang="pt-BR" sz="3200" dirty="0">
                <a:solidFill>
                  <a:schemeClr val="bg1"/>
                </a:solidFill>
              </a:rPr>
              <a:t> –</a:t>
            </a:r>
            <a:r>
              <a:rPr lang="pt-BR" sz="3200" dirty="0" err="1">
                <a:solidFill>
                  <a:schemeClr val="bg1"/>
                </a:solidFill>
              </a:rPr>
              <a:t>liked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sleep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slept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start -</a:t>
            </a:r>
            <a:r>
              <a:rPr lang="pt-BR" sz="3200" dirty="0" err="1">
                <a:solidFill>
                  <a:schemeClr val="bg1"/>
                </a:solidFill>
              </a:rPr>
              <a:t>started</a:t>
            </a:r>
            <a:r>
              <a:rPr lang="pt-BR" sz="3200" dirty="0">
                <a:solidFill>
                  <a:schemeClr val="bg1"/>
                </a:solidFill>
              </a:rPr>
              <a:t> 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finish</a:t>
            </a:r>
            <a:r>
              <a:rPr lang="pt-BR" sz="3200" dirty="0">
                <a:solidFill>
                  <a:schemeClr val="bg1"/>
                </a:solidFill>
              </a:rPr>
              <a:t> –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finished</a:t>
            </a:r>
            <a:endParaRPr lang="pt-B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5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TWO 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240012" y="2472067"/>
            <a:ext cx="8596668" cy="1466394"/>
          </a:xfrm>
        </p:spPr>
        <p:txBody>
          <a:bodyPr>
            <a:noAutofit/>
          </a:bodyPr>
          <a:lstStyle/>
          <a:p>
            <a:pPr algn="just"/>
            <a:r>
              <a:rPr lang="pt-BR" sz="2400" dirty="0" err="1">
                <a:solidFill>
                  <a:schemeClr val="bg1"/>
                </a:solidFill>
              </a:rPr>
              <a:t>Healthy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sick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fever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exercise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very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well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rich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poor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difficult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easy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already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smart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stranger</a:t>
            </a:r>
            <a:r>
              <a:rPr lang="pt-BR" sz="2400" dirty="0">
                <a:solidFill>
                  <a:schemeClr val="bg1"/>
                </a:solidFill>
              </a:rPr>
              <a:t>, </a:t>
            </a:r>
            <a:r>
              <a:rPr lang="pt-BR" sz="2400" dirty="0" err="1">
                <a:solidFill>
                  <a:schemeClr val="bg1"/>
                </a:solidFill>
              </a:rPr>
              <a:t>pretty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handsome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ugly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all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businessman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businesswoman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  <a:r>
              <a:rPr lang="pt-BR" sz="2400" dirty="0"/>
              <a:t>.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349895" y="5236358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 err="1">
                <a:solidFill>
                  <a:schemeClr val="bg1"/>
                </a:solidFill>
              </a:rPr>
              <a:t>Really</a:t>
            </a:r>
            <a:r>
              <a:rPr lang="pt-BR" sz="2400" b="1" dirty="0">
                <a:solidFill>
                  <a:schemeClr val="bg1"/>
                </a:solidFill>
              </a:rPr>
              <a:t>; </a:t>
            </a:r>
            <a:r>
              <a:rPr lang="pt-BR" sz="2400" b="1" dirty="0" err="1">
                <a:solidFill>
                  <a:schemeClr val="bg1"/>
                </a:solidFill>
              </a:rPr>
              <a:t>because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of</a:t>
            </a:r>
            <a:r>
              <a:rPr lang="pt-BR" sz="2400" b="1" dirty="0">
                <a:solidFill>
                  <a:schemeClr val="bg1"/>
                </a:solidFill>
              </a:rPr>
              <a:t>; </a:t>
            </a:r>
            <a:r>
              <a:rPr lang="pt-BR" sz="2400" b="1" dirty="0" err="1">
                <a:solidFill>
                  <a:schemeClr val="bg1"/>
                </a:solidFill>
              </a:rPr>
              <a:t>all</a:t>
            </a:r>
            <a:r>
              <a:rPr lang="pt-BR" sz="2400" b="1" dirty="0">
                <a:solidFill>
                  <a:schemeClr val="bg1"/>
                </a:solidFill>
              </a:rPr>
              <a:t> over; </a:t>
            </a:r>
            <a:r>
              <a:rPr lang="pt-BR" sz="2400" b="1" dirty="0" err="1">
                <a:solidFill>
                  <a:schemeClr val="bg1"/>
                </a:solidFill>
              </a:rPr>
              <a:t>it’s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early</a:t>
            </a:r>
            <a:r>
              <a:rPr lang="pt-BR" sz="2400" b="1" dirty="0">
                <a:solidFill>
                  <a:schemeClr val="bg1"/>
                </a:solidFill>
              </a:rPr>
              <a:t>; </a:t>
            </a:r>
            <a:r>
              <a:rPr lang="pt-BR" sz="2400" b="1" dirty="0" err="1">
                <a:solidFill>
                  <a:schemeClr val="bg1"/>
                </a:solidFill>
              </a:rPr>
              <a:t>it’s</a:t>
            </a:r>
            <a:r>
              <a:rPr lang="pt-BR" sz="2400" b="1" dirty="0">
                <a:solidFill>
                  <a:schemeClr val="bg1"/>
                </a:solidFill>
              </a:rPr>
              <a:t> late; </a:t>
            </a:r>
            <a:r>
              <a:rPr lang="pt-BR" sz="2400" b="1" dirty="0" err="1">
                <a:solidFill>
                  <a:schemeClr val="bg1"/>
                </a:solidFill>
              </a:rPr>
              <a:t>it’s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five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after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three</a:t>
            </a:r>
            <a:r>
              <a:rPr lang="pt-BR" sz="2400" b="1" dirty="0">
                <a:solidFill>
                  <a:schemeClr val="bg1"/>
                </a:solidFill>
              </a:rPr>
              <a:t>; a </a:t>
            </a:r>
            <a:r>
              <a:rPr lang="pt-BR" sz="2400" b="1" dirty="0" err="1">
                <a:solidFill>
                  <a:schemeClr val="bg1"/>
                </a:solidFill>
              </a:rPr>
              <a:t>quarter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to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six</a:t>
            </a:r>
            <a:r>
              <a:rPr lang="pt-BR" sz="2400" b="1" dirty="0">
                <a:solidFill>
                  <a:schemeClr val="bg1"/>
                </a:solidFill>
              </a:rPr>
              <a:t>; </a:t>
            </a:r>
            <a:r>
              <a:rPr lang="pt-BR" sz="2400" b="1" dirty="0" err="1">
                <a:solidFill>
                  <a:schemeClr val="bg1"/>
                </a:solidFill>
              </a:rPr>
              <a:t>three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 err="1">
                <a:solidFill>
                  <a:schemeClr val="bg1"/>
                </a:solidFill>
              </a:rPr>
              <a:t>thirty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  <a:r>
              <a:rPr lang="pt-BR" sz="2400" b="1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888628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THREE 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347134" y="2465389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pt-BR" sz="3200" err="1">
                <a:solidFill>
                  <a:schemeClr val="bg1"/>
                </a:solidFill>
              </a:rPr>
              <a:t>To</a:t>
            </a:r>
            <a:r>
              <a:rPr lang="pt-BR" sz="3200">
                <a:solidFill>
                  <a:schemeClr val="bg1"/>
                </a:solidFill>
              </a:rPr>
              <a:t> </a:t>
            </a:r>
            <a:r>
              <a:rPr lang="pt-BR" sz="3200" err="1">
                <a:solidFill>
                  <a:schemeClr val="bg1"/>
                </a:solidFill>
              </a:rPr>
              <a:t>meet</a:t>
            </a:r>
            <a:r>
              <a:rPr lang="pt-BR" sz="3200">
                <a:solidFill>
                  <a:schemeClr val="bg1"/>
                </a:solidFill>
              </a:rPr>
              <a:t>–</a:t>
            </a:r>
            <a:r>
              <a:rPr lang="pt-BR" sz="3200" err="1">
                <a:solidFill>
                  <a:schemeClr val="bg1"/>
                </a:solidFill>
              </a:rPr>
              <a:t>met</a:t>
            </a:r>
            <a:r>
              <a:rPr lang="pt-BR" sz="3200">
                <a:solidFill>
                  <a:schemeClr val="bg1"/>
                </a:solidFill>
              </a:rPr>
              <a:t>/ </a:t>
            </a:r>
            <a:r>
              <a:rPr lang="pt-BR" sz="3200" err="1">
                <a:solidFill>
                  <a:schemeClr val="bg1"/>
                </a:solidFill>
              </a:rPr>
              <a:t>To</a:t>
            </a:r>
            <a:r>
              <a:rPr lang="pt-BR" sz="3200">
                <a:solidFill>
                  <a:schemeClr val="bg1"/>
                </a:solidFill>
              </a:rPr>
              <a:t> </a:t>
            </a:r>
            <a:r>
              <a:rPr lang="pt-BR" sz="3200" err="1">
                <a:solidFill>
                  <a:schemeClr val="bg1"/>
                </a:solidFill>
              </a:rPr>
              <a:t>speak</a:t>
            </a:r>
            <a:r>
              <a:rPr lang="pt-BR" sz="3200">
                <a:solidFill>
                  <a:schemeClr val="bg1"/>
                </a:solidFill>
              </a:rPr>
              <a:t>–</a:t>
            </a:r>
            <a:r>
              <a:rPr lang="pt-BR" sz="3200" err="1">
                <a:solidFill>
                  <a:schemeClr val="bg1"/>
                </a:solidFill>
              </a:rPr>
              <a:t>spoke</a:t>
            </a:r>
            <a:r>
              <a:rPr lang="pt-BR" sz="3200">
                <a:solidFill>
                  <a:schemeClr val="bg1"/>
                </a:solidFill>
              </a:rPr>
              <a:t>/ </a:t>
            </a:r>
            <a:r>
              <a:rPr lang="pt-BR" sz="3200" err="1">
                <a:solidFill>
                  <a:schemeClr val="bg1"/>
                </a:solidFill>
              </a:rPr>
              <a:t>To</a:t>
            </a:r>
            <a:r>
              <a:rPr lang="pt-BR" sz="3200">
                <a:solidFill>
                  <a:schemeClr val="bg1"/>
                </a:solidFill>
              </a:rPr>
              <a:t> help -</a:t>
            </a:r>
            <a:r>
              <a:rPr lang="pt-BR" sz="3200" err="1">
                <a:solidFill>
                  <a:schemeClr val="bg1"/>
                </a:solidFill>
              </a:rPr>
              <a:t>helped</a:t>
            </a:r>
            <a:r>
              <a:rPr lang="pt-BR" sz="3200">
                <a:solidFill>
                  <a:schemeClr val="bg1"/>
                </a:solidFill>
              </a:rPr>
              <a:t> / </a:t>
            </a:r>
            <a:r>
              <a:rPr lang="pt-BR" sz="3200" err="1">
                <a:solidFill>
                  <a:schemeClr val="bg1"/>
                </a:solidFill>
              </a:rPr>
              <a:t>To</a:t>
            </a:r>
            <a:r>
              <a:rPr lang="pt-BR" sz="3200">
                <a:solidFill>
                  <a:schemeClr val="bg1"/>
                </a:solidFill>
              </a:rPr>
              <a:t> </a:t>
            </a:r>
            <a:r>
              <a:rPr lang="pt-BR" sz="3200" err="1">
                <a:solidFill>
                  <a:schemeClr val="bg1"/>
                </a:solidFill>
              </a:rPr>
              <a:t>call</a:t>
            </a:r>
            <a:r>
              <a:rPr lang="pt-BR" sz="3200">
                <a:solidFill>
                  <a:schemeClr val="bg1"/>
                </a:solidFill>
              </a:rPr>
              <a:t>–</a:t>
            </a:r>
            <a:r>
              <a:rPr lang="pt-BR" sz="3200" err="1">
                <a:solidFill>
                  <a:schemeClr val="bg1"/>
                </a:solidFill>
              </a:rPr>
              <a:t>called</a:t>
            </a:r>
            <a:endParaRPr lang="pt-BR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174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THREE  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571055"/>
            <a:ext cx="8596668" cy="1620849"/>
          </a:xfrm>
        </p:spPr>
        <p:txBody>
          <a:bodyPr>
            <a:noAutofit/>
          </a:bodyPr>
          <a:lstStyle/>
          <a:p>
            <a:pPr algn="just"/>
            <a:r>
              <a:rPr lang="pt-BR" sz="2400" dirty="0" err="1">
                <a:solidFill>
                  <a:schemeClr val="bg1"/>
                </a:solidFill>
              </a:rPr>
              <a:t>mashed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potatoes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baked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potatoes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french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fries</a:t>
            </a:r>
            <a:r>
              <a:rPr lang="pt-BR" sz="2400" dirty="0">
                <a:solidFill>
                  <a:schemeClr val="bg1"/>
                </a:solidFill>
              </a:rPr>
              <a:t>; ice cream; </a:t>
            </a:r>
            <a:r>
              <a:rPr lang="pt-BR" sz="2400" dirty="0" err="1">
                <a:solidFill>
                  <a:schemeClr val="bg1"/>
                </a:solidFill>
              </a:rPr>
              <a:t>steak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well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done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medium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rare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spicy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hungry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thirsty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waiter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waitress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other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same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different</a:t>
            </a:r>
            <a:r>
              <a:rPr lang="pt-BR" sz="2400" dirty="0">
                <a:solidFill>
                  <a:schemeClr val="bg1"/>
                </a:solidFill>
              </a:rPr>
              <a:t>; hotel; </a:t>
            </a:r>
            <a:r>
              <a:rPr lang="pt-BR" sz="2400" dirty="0" err="1">
                <a:solidFill>
                  <a:schemeClr val="bg1"/>
                </a:solidFill>
              </a:rPr>
              <a:t>middle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block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room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everything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  <a:endParaRPr lang="pt-BR" sz="2400" dirty="0"/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147247" y="4898380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>
                <a:solidFill>
                  <a:schemeClr val="bg1"/>
                </a:solidFill>
              </a:rPr>
              <a:t>In a </a:t>
            </a:r>
            <a:r>
              <a:rPr lang="pt-BR" sz="3200" b="1" err="1">
                <a:solidFill>
                  <a:schemeClr val="bg1"/>
                </a:solidFill>
              </a:rPr>
              <a:t>Hurry</a:t>
            </a:r>
            <a:r>
              <a:rPr lang="pt-BR" sz="3200" b="1">
                <a:solidFill>
                  <a:schemeClr val="bg1"/>
                </a:solidFill>
              </a:rPr>
              <a:t>; </a:t>
            </a:r>
            <a:r>
              <a:rPr lang="pt-BR" sz="3200" b="1" err="1">
                <a:solidFill>
                  <a:schemeClr val="bg1"/>
                </a:solidFill>
              </a:rPr>
              <a:t>on</a:t>
            </a:r>
            <a:r>
              <a:rPr lang="pt-BR" sz="3200" b="1">
                <a:solidFill>
                  <a:schemeClr val="bg1"/>
                </a:solidFill>
              </a:rPr>
              <a:t> time; in time.</a:t>
            </a:r>
          </a:p>
        </p:txBody>
      </p:sp>
    </p:spTree>
    <p:extLst>
      <p:ext uri="{BB962C8B-B14F-4D97-AF65-F5344CB8AC3E}">
        <p14:creationId xmlns:p14="http://schemas.microsoft.com/office/powerpoint/2010/main" val="479090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FOUR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2607926"/>
            <a:ext cx="8596668" cy="13192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play–</a:t>
            </a:r>
            <a:r>
              <a:rPr lang="en-US" sz="3200" dirty="0">
                <a:solidFill>
                  <a:schemeClr val="bg1"/>
                </a:solidFill>
              </a:rPr>
              <a:t>played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buy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bought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close– </a:t>
            </a:r>
            <a:r>
              <a:rPr lang="pt-BR" sz="3200" dirty="0" err="1">
                <a:solidFill>
                  <a:schemeClr val="bg1"/>
                </a:solidFill>
              </a:rPr>
              <a:t>closed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open– </a:t>
            </a:r>
            <a:r>
              <a:rPr lang="pt-BR" sz="3200" dirty="0" err="1">
                <a:solidFill>
                  <a:schemeClr val="bg1"/>
                </a:solidFill>
              </a:rPr>
              <a:t>opened</a:t>
            </a:r>
            <a:r>
              <a:rPr lang="pt-BR" sz="3200" dirty="0">
                <a:solidFill>
                  <a:schemeClr val="bg1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333494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FOUR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559748"/>
            <a:ext cx="8596668" cy="1709087"/>
          </a:xfrm>
        </p:spPr>
        <p:txBody>
          <a:bodyPr>
            <a:noAutofit/>
          </a:bodyPr>
          <a:lstStyle/>
          <a:p>
            <a:pPr algn="just"/>
            <a:r>
              <a:rPr lang="pt-BR" sz="2400" dirty="0" err="1">
                <a:solidFill>
                  <a:schemeClr val="bg1"/>
                </a:solidFill>
              </a:rPr>
              <a:t>Mechanic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old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young</a:t>
            </a:r>
            <a:r>
              <a:rPr lang="pt-BR" sz="2400" dirty="0">
                <a:solidFill>
                  <a:schemeClr val="bg1"/>
                </a:solidFill>
              </a:rPr>
              <a:t>; new ; </a:t>
            </a:r>
            <a:r>
              <a:rPr lang="pt-BR" sz="2400" dirty="0" err="1">
                <a:solidFill>
                  <a:schemeClr val="bg1"/>
                </a:solidFill>
              </a:rPr>
              <a:t>student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police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officer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bill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boat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check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key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fridge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can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suitcase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candy</a:t>
            </a:r>
            <a:r>
              <a:rPr lang="pt-BR" sz="2400" dirty="0">
                <a:solidFill>
                  <a:schemeClr val="bg1"/>
                </a:solidFill>
              </a:rPr>
              <a:t>; pie; </a:t>
            </a:r>
            <a:r>
              <a:rPr lang="pt-BR" sz="2400" dirty="0" err="1">
                <a:solidFill>
                  <a:schemeClr val="bg1"/>
                </a:solidFill>
              </a:rPr>
              <a:t>favorite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busy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full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empty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behind</a:t>
            </a:r>
            <a:r>
              <a:rPr lang="pt-BR" sz="2400" dirty="0">
                <a:solidFill>
                  <a:schemeClr val="bg1"/>
                </a:solidFill>
              </a:rPr>
              <a:t>; in front </a:t>
            </a:r>
            <a:r>
              <a:rPr lang="pt-BR" sz="2400" dirty="0" err="1">
                <a:solidFill>
                  <a:schemeClr val="bg1"/>
                </a:solidFill>
              </a:rPr>
              <a:t>of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first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right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wrong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err="1">
                <a:solidFill>
                  <a:schemeClr val="bg1"/>
                </a:solidFill>
              </a:rPr>
              <a:t>To</a:t>
            </a:r>
            <a:r>
              <a:rPr lang="pt-BR" sz="3200" b="1">
                <a:solidFill>
                  <a:schemeClr val="bg1"/>
                </a:solidFill>
              </a:rPr>
              <a:t> </a:t>
            </a:r>
            <a:r>
              <a:rPr lang="pt-BR" sz="3200" b="1" err="1">
                <a:solidFill>
                  <a:schemeClr val="bg1"/>
                </a:solidFill>
              </a:rPr>
              <a:t>have</a:t>
            </a:r>
            <a:r>
              <a:rPr lang="pt-BR" sz="3200" b="1">
                <a:solidFill>
                  <a:schemeClr val="bg1"/>
                </a:solidFill>
              </a:rPr>
              <a:t> </a:t>
            </a:r>
            <a:r>
              <a:rPr lang="pt-BR" sz="3200" b="1" err="1">
                <a:solidFill>
                  <a:schemeClr val="bg1"/>
                </a:solidFill>
              </a:rPr>
              <a:t>fun</a:t>
            </a:r>
            <a:r>
              <a:rPr lang="pt-BR" sz="3200" b="1">
                <a:solidFill>
                  <a:schemeClr val="bg1"/>
                </a:solidFill>
              </a:rPr>
              <a:t>; </a:t>
            </a:r>
            <a:r>
              <a:rPr lang="pt-BR" sz="3200" b="1" err="1">
                <a:solidFill>
                  <a:schemeClr val="bg1"/>
                </a:solidFill>
              </a:rPr>
              <a:t>what’s</a:t>
            </a:r>
            <a:r>
              <a:rPr lang="pt-BR" sz="3200" b="1">
                <a:solidFill>
                  <a:schemeClr val="bg1"/>
                </a:solidFill>
              </a:rPr>
              <a:t> </a:t>
            </a:r>
            <a:r>
              <a:rPr lang="pt-BR" sz="3200" b="1" err="1">
                <a:solidFill>
                  <a:schemeClr val="bg1"/>
                </a:solidFill>
              </a:rPr>
              <a:t>the</a:t>
            </a:r>
            <a:r>
              <a:rPr lang="pt-BR" sz="3200" b="1">
                <a:solidFill>
                  <a:schemeClr val="bg1"/>
                </a:solidFill>
              </a:rPr>
              <a:t> </a:t>
            </a:r>
            <a:r>
              <a:rPr lang="pt-BR" sz="3200" b="1" err="1">
                <a:solidFill>
                  <a:schemeClr val="bg1"/>
                </a:solidFill>
              </a:rPr>
              <a:t>matter</a:t>
            </a:r>
            <a:r>
              <a:rPr lang="pt-BR" sz="3200" b="1">
                <a:solidFill>
                  <a:schemeClr val="bg1"/>
                </a:solidFill>
              </a:rPr>
              <a:t>; </a:t>
            </a:r>
            <a:r>
              <a:rPr lang="pt-BR" sz="3200" b="1" err="1">
                <a:solidFill>
                  <a:schemeClr val="bg1"/>
                </a:solidFill>
              </a:rPr>
              <a:t>really</a:t>
            </a:r>
            <a:r>
              <a:rPr lang="pt-BR" sz="3200" b="1">
                <a:solidFill>
                  <a:schemeClr val="bg1"/>
                </a:solidFill>
              </a:rPr>
              <a:t>; </a:t>
            </a:r>
            <a:r>
              <a:rPr lang="pt-BR" sz="3200" b="1" err="1">
                <a:solidFill>
                  <a:schemeClr val="bg1"/>
                </a:solidFill>
              </a:rPr>
              <a:t>to</a:t>
            </a:r>
            <a:r>
              <a:rPr lang="pt-BR" sz="3200" b="1">
                <a:solidFill>
                  <a:schemeClr val="bg1"/>
                </a:solidFill>
              </a:rPr>
              <a:t> figure out; </a:t>
            </a:r>
            <a:r>
              <a:rPr lang="pt-BR" sz="3200" b="1" err="1">
                <a:solidFill>
                  <a:schemeClr val="bg1"/>
                </a:solidFill>
              </a:rPr>
              <a:t>after</a:t>
            </a:r>
            <a:r>
              <a:rPr lang="pt-BR" sz="3200" b="1">
                <a:solidFill>
                  <a:schemeClr val="bg1"/>
                </a:solidFill>
              </a:rPr>
              <a:t> a </a:t>
            </a:r>
            <a:r>
              <a:rPr lang="pt-BR" sz="3200" b="1" err="1">
                <a:solidFill>
                  <a:schemeClr val="bg1"/>
                </a:solidFill>
              </a:rPr>
              <a:t>while</a:t>
            </a:r>
            <a:r>
              <a:rPr lang="pt-BR" sz="3200" b="1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018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FIVE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1" y="2399576"/>
            <a:ext cx="9169995" cy="4458424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need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en-US" sz="3200" dirty="0">
                <a:solidFill>
                  <a:schemeClr val="bg1"/>
                </a:solidFill>
              </a:rPr>
              <a:t>Needed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travel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traveled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Buy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bought</a:t>
            </a:r>
            <a:r>
              <a:rPr lang="pt-BR" sz="3200" dirty="0">
                <a:solidFill>
                  <a:schemeClr val="bg1"/>
                </a:solidFill>
              </a:rPr>
              <a:t> 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sell</a:t>
            </a:r>
            <a:r>
              <a:rPr lang="pt-BR" sz="3200" dirty="0">
                <a:solidFill>
                  <a:schemeClr val="bg1"/>
                </a:solidFill>
              </a:rPr>
              <a:t> – </a:t>
            </a:r>
            <a:r>
              <a:rPr lang="pt-BR" sz="3200" dirty="0" err="1">
                <a:solidFill>
                  <a:schemeClr val="bg1"/>
                </a:solidFill>
              </a:rPr>
              <a:t>sold</a:t>
            </a:r>
            <a:r>
              <a:rPr lang="pt-BR" sz="3200" dirty="0">
                <a:solidFill>
                  <a:schemeClr val="bg1"/>
                </a:solidFill>
              </a:rPr>
              <a:t>  -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be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was</a:t>
            </a:r>
            <a:r>
              <a:rPr lang="pt-BR" sz="3200" dirty="0">
                <a:solidFill>
                  <a:schemeClr val="bg1"/>
                </a:solidFill>
              </a:rPr>
              <a:t>/</a:t>
            </a:r>
            <a:r>
              <a:rPr lang="pt-BR" sz="3200" dirty="0" err="1">
                <a:solidFill>
                  <a:schemeClr val="bg1"/>
                </a:solidFill>
              </a:rPr>
              <a:t>were</a:t>
            </a:r>
            <a:endParaRPr lang="pt-BR" sz="3200" dirty="0">
              <a:solidFill>
                <a:schemeClr val="bg1"/>
              </a:solidFill>
            </a:endParaRPr>
          </a:p>
          <a:p>
            <a:pPr algn="just"/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like</a:t>
            </a:r>
            <a:r>
              <a:rPr lang="pt-BR" sz="3200" dirty="0">
                <a:solidFill>
                  <a:schemeClr val="bg1"/>
                </a:solidFill>
              </a:rPr>
              <a:t> –</a:t>
            </a:r>
            <a:r>
              <a:rPr lang="pt-BR" sz="3200" dirty="0" err="1">
                <a:solidFill>
                  <a:schemeClr val="bg1"/>
                </a:solidFill>
              </a:rPr>
              <a:t>liked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sleep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slept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start -</a:t>
            </a:r>
            <a:r>
              <a:rPr lang="pt-BR" sz="3200" dirty="0" err="1">
                <a:solidFill>
                  <a:schemeClr val="bg1"/>
                </a:solidFill>
              </a:rPr>
              <a:t>started</a:t>
            </a:r>
            <a:r>
              <a:rPr lang="pt-BR" sz="3200" dirty="0">
                <a:solidFill>
                  <a:schemeClr val="bg1"/>
                </a:solidFill>
              </a:rPr>
              <a:t> 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finish</a:t>
            </a:r>
            <a:r>
              <a:rPr lang="pt-BR" sz="3200" dirty="0">
                <a:solidFill>
                  <a:schemeClr val="bg1"/>
                </a:solidFill>
              </a:rPr>
              <a:t> –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finished</a:t>
            </a:r>
            <a:endParaRPr lang="pt-BR" sz="3200" dirty="0">
              <a:solidFill>
                <a:schemeClr val="bg1"/>
              </a:solidFill>
            </a:endParaRPr>
          </a:p>
          <a:p>
            <a:pPr algn="just"/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meet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met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speak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spoke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help -</a:t>
            </a:r>
            <a:r>
              <a:rPr lang="pt-BR" sz="3200" dirty="0" err="1">
                <a:solidFill>
                  <a:schemeClr val="bg1"/>
                </a:solidFill>
              </a:rPr>
              <a:t>helped</a:t>
            </a:r>
            <a:r>
              <a:rPr lang="pt-BR" sz="3200" dirty="0">
                <a:solidFill>
                  <a:schemeClr val="bg1"/>
                </a:solidFill>
              </a:rPr>
              <a:t> 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call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called</a:t>
            </a:r>
            <a:endParaRPr lang="pt-BR" sz="3200" dirty="0">
              <a:solidFill>
                <a:schemeClr val="bg1"/>
              </a:solidFill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play–</a:t>
            </a:r>
            <a:r>
              <a:rPr lang="en-US" sz="3200" dirty="0">
                <a:solidFill>
                  <a:schemeClr val="bg1"/>
                </a:solidFill>
              </a:rPr>
              <a:t>played</a:t>
            </a:r>
            <a:r>
              <a:rPr lang="pt-BR" sz="3200" dirty="0">
                <a:solidFill>
                  <a:schemeClr val="bg1"/>
                </a:solidFill>
              </a:rPr>
              <a:t>/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close– </a:t>
            </a:r>
            <a:r>
              <a:rPr lang="pt-BR" sz="3200" dirty="0" err="1">
                <a:solidFill>
                  <a:schemeClr val="bg1"/>
                </a:solidFill>
              </a:rPr>
              <a:t>closed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open– </a:t>
            </a:r>
            <a:r>
              <a:rPr lang="pt-BR" sz="3200" dirty="0" err="1">
                <a:solidFill>
                  <a:schemeClr val="bg1"/>
                </a:solidFill>
              </a:rPr>
              <a:t>opened</a:t>
            </a:r>
            <a:r>
              <a:rPr lang="pt-BR" sz="3200" dirty="0">
                <a:solidFill>
                  <a:schemeClr val="bg1"/>
                </a:solidFill>
              </a:rPr>
              <a:t>-</a:t>
            </a:r>
          </a:p>
          <a:p>
            <a:pPr algn="just"/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304487" y="1195898"/>
            <a:ext cx="1739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FF00"/>
                </a:solidFill>
              </a:rPr>
              <a:t>REVIEW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080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665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FIVE</a:t>
            </a:r>
          </a:p>
          <a:p>
            <a:endParaRPr lang="pt-BR" dirty="0">
              <a:solidFill>
                <a:srgbClr val="002060"/>
              </a:solidFill>
            </a:endParaRPr>
          </a:p>
          <a:p>
            <a:endParaRPr lang="pt-BR" dirty="0">
              <a:solidFill>
                <a:srgbClr val="002060"/>
              </a:solidFill>
            </a:endParaRP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2558755" cy="843237"/>
          </a:xfrm>
        </p:spPr>
        <p:txBody>
          <a:bodyPr>
            <a:normAutofit fontScale="90000"/>
          </a:bodyPr>
          <a:lstStyle/>
          <a:p>
            <a:r>
              <a:rPr lang="pt-BR" sz="3200" dirty="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pt-BR" sz="3200">
              <a:solidFill>
                <a:srgbClr val="7030A0"/>
              </a:solidFill>
            </a:endParaRP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329634"/>
            <a:ext cx="8596668" cy="4321336"/>
          </a:xfrm>
        </p:spPr>
        <p:txBody>
          <a:bodyPr>
            <a:noAutofit/>
          </a:bodyPr>
          <a:lstStyle/>
          <a:p>
            <a:pPr algn="just"/>
            <a:r>
              <a:rPr lang="pt-BR" sz="2000" dirty="0" err="1">
                <a:solidFill>
                  <a:schemeClr val="bg1"/>
                </a:solidFill>
              </a:rPr>
              <a:t>Coat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shirt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neighbor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Kitchen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furniture</a:t>
            </a:r>
            <a:r>
              <a:rPr lang="pt-BR" sz="2000" dirty="0">
                <a:solidFill>
                  <a:schemeClr val="bg1"/>
                </a:solidFill>
              </a:rPr>
              <a:t>; box; </a:t>
            </a:r>
            <a:r>
              <a:rPr lang="pt-BR" sz="2000" dirty="0" err="1">
                <a:solidFill>
                  <a:schemeClr val="bg1"/>
                </a:solidFill>
              </a:rPr>
              <a:t>peach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turkey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tall</a:t>
            </a:r>
            <a:r>
              <a:rPr lang="pt-BR" sz="2000" dirty="0">
                <a:solidFill>
                  <a:schemeClr val="bg1"/>
                </a:solidFill>
              </a:rPr>
              <a:t>; short; </a:t>
            </a:r>
            <a:r>
              <a:rPr lang="pt-BR" sz="2000" dirty="0" err="1">
                <a:solidFill>
                  <a:schemeClr val="bg1"/>
                </a:solidFill>
              </a:rPr>
              <a:t>tired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married</a:t>
            </a:r>
            <a:r>
              <a:rPr lang="pt-BR" sz="2000" dirty="0">
                <a:solidFill>
                  <a:schemeClr val="bg1"/>
                </a:solidFill>
              </a:rPr>
              <a:t>, single; </a:t>
            </a:r>
            <a:r>
              <a:rPr lang="pt-BR" sz="2000" dirty="0" err="1">
                <a:solidFill>
                  <a:schemeClr val="bg1"/>
                </a:solidFill>
              </a:rPr>
              <a:t>Brazilian</a:t>
            </a:r>
            <a:r>
              <a:rPr lang="pt-BR" sz="2000" dirty="0">
                <a:solidFill>
                  <a:schemeClr val="bg1"/>
                </a:solidFill>
              </a:rPr>
              <a:t>; American; </a:t>
            </a:r>
            <a:r>
              <a:rPr lang="pt-BR" sz="2000" dirty="0" err="1">
                <a:solidFill>
                  <a:schemeClr val="bg1"/>
                </a:solidFill>
              </a:rPr>
              <a:t>happy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sad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slow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fast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old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information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end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price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accident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his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her</a:t>
            </a:r>
            <a:r>
              <a:rPr lang="pt-BR" sz="2000" dirty="0">
                <a:solidFill>
                  <a:schemeClr val="bg1"/>
                </a:solidFill>
              </a:rPr>
              <a:t>; its; </a:t>
            </a:r>
            <a:r>
              <a:rPr lang="pt-BR" sz="2000" dirty="0" err="1">
                <a:solidFill>
                  <a:schemeClr val="bg1"/>
                </a:solidFill>
              </a:rPr>
              <a:t>our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your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their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  <a:r>
              <a:rPr lang="pt-BR" sz="2000" dirty="0"/>
              <a:t>.</a:t>
            </a:r>
          </a:p>
          <a:p>
            <a:pPr algn="just"/>
            <a:r>
              <a:rPr lang="pt-BR" sz="2000" dirty="0" err="1">
                <a:solidFill>
                  <a:schemeClr val="bg1"/>
                </a:solidFill>
              </a:rPr>
              <a:t>Healthy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sick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fever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exercise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very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weel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rich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poor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difficult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easy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already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smart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stranger</a:t>
            </a:r>
            <a:r>
              <a:rPr lang="pt-BR" sz="2000" dirty="0">
                <a:solidFill>
                  <a:schemeClr val="bg1"/>
                </a:solidFill>
              </a:rPr>
              <a:t>, </a:t>
            </a:r>
            <a:r>
              <a:rPr lang="pt-BR" sz="2000" dirty="0" err="1">
                <a:solidFill>
                  <a:schemeClr val="bg1"/>
                </a:solidFill>
              </a:rPr>
              <a:t>pretty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handsome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ugly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all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businessman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businesswoman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  <a:r>
              <a:rPr lang="pt-BR" sz="2000" dirty="0"/>
              <a:t>.</a:t>
            </a:r>
          </a:p>
          <a:p>
            <a:pPr algn="just"/>
            <a:r>
              <a:rPr lang="pt-BR" sz="2000" dirty="0" err="1">
                <a:solidFill>
                  <a:schemeClr val="bg1"/>
                </a:solidFill>
              </a:rPr>
              <a:t>mashed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potatoes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baked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potatoes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french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fries</a:t>
            </a:r>
            <a:r>
              <a:rPr lang="pt-BR" sz="2000" dirty="0">
                <a:solidFill>
                  <a:schemeClr val="bg1"/>
                </a:solidFill>
              </a:rPr>
              <a:t>; ice cream; </a:t>
            </a:r>
            <a:r>
              <a:rPr lang="pt-BR" sz="2000" dirty="0" err="1">
                <a:solidFill>
                  <a:schemeClr val="bg1"/>
                </a:solidFill>
              </a:rPr>
              <a:t>steak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well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done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medium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rare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spicy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hungry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thirsty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waiter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waitress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other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same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different</a:t>
            </a:r>
            <a:r>
              <a:rPr lang="pt-BR" sz="2000" dirty="0">
                <a:solidFill>
                  <a:schemeClr val="bg1"/>
                </a:solidFill>
              </a:rPr>
              <a:t>; hotel; </a:t>
            </a:r>
            <a:r>
              <a:rPr lang="pt-BR" sz="2000" dirty="0" err="1">
                <a:solidFill>
                  <a:schemeClr val="bg1"/>
                </a:solidFill>
              </a:rPr>
              <a:t>middle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block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room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everything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pt-BR" sz="2000" dirty="0" err="1">
                <a:solidFill>
                  <a:schemeClr val="bg1"/>
                </a:solidFill>
              </a:rPr>
              <a:t>Mechanic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old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young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student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police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officer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bill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boat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check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key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fridge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can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suitcase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candy</a:t>
            </a:r>
            <a:r>
              <a:rPr lang="pt-BR" sz="2000" dirty="0">
                <a:solidFill>
                  <a:schemeClr val="bg1"/>
                </a:solidFill>
              </a:rPr>
              <a:t>; pie; </a:t>
            </a:r>
            <a:r>
              <a:rPr lang="pt-BR" sz="2000" dirty="0" err="1">
                <a:solidFill>
                  <a:schemeClr val="bg1"/>
                </a:solidFill>
              </a:rPr>
              <a:t>favorite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busy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full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empty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behind</a:t>
            </a:r>
            <a:r>
              <a:rPr lang="pt-BR" sz="2000" dirty="0">
                <a:solidFill>
                  <a:schemeClr val="bg1"/>
                </a:solidFill>
              </a:rPr>
              <a:t>; in front </a:t>
            </a:r>
            <a:r>
              <a:rPr lang="pt-BR" sz="2000" dirty="0" err="1">
                <a:solidFill>
                  <a:schemeClr val="bg1"/>
                </a:solidFill>
              </a:rPr>
              <a:t>of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first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right</a:t>
            </a:r>
            <a:r>
              <a:rPr lang="pt-BR" sz="2000" dirty="0">
                <a:solidFill>
                  <a:schemeClr val="bg1"/>
                </a:solidFill>
              </a:rPr>
              <a:t>; </a:t>
            </a:r>
            <a:r>
              <a:rPr lang="pt-BR" sz="2000" dirty="0" err="1">
                <a:solidFill>
                  <a:schemeClr val="bg1"/>
                </a:solidFill>
              </a:rPr>
              <a:t>wrong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pt-BR" sz="2000" dirty="0">
              <a:solidFill>
                <a:schemeClr val="bg1"/>
              </a:solidFill>
            </a:endParaRP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 b="1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706002" y="1387256"/>
            <a:ext cx="1739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FF00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1085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SIX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2607926"/>
            <a:ext cx="8596668" cy="13192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think-thought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cook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cooked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sit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sat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go-</a:t>
            </a:r>
            <a:r>
              <a:rPr lang="pt-BR" sz="3200" dirty="0" err="1">
                <a:solidFill>
                  <a:schemeClr val="bg1"/>
                </a:solidFill>
              </a:rPr>
              <a:t>went</a:t>
            </a:r>
            <a:endParaRPr lang="pt-B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809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SIX</a:t>
            </a:r>
          </a:p>
          <a:p>
            <a:endParaRPr lang="pt-BR">
              <a:solidFill>
                <a:srgbClr val="002060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559748"/>
            <a:ext cx="8596668" cy="1709087"/>
          </a:xfrm>
        </p:spPr>
        <p:txBody>
          <a:bodyPr>
            <a:noAutofit/>
          </a:bodyPr>
          <a:lstStyle/>
          <a:p>
            <a:pPr algn="just"/>
            <a:r>
              <a:rPr lang="pt-BR" sz="2400" dirty="0" err="1">
                <a:solidFill>
                  <a:schemeClr val="bg1"/>
                </a:solidFill>
              </a:rPr>
              <a:t>Grandparents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grandchildren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grandson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grandaughter</a:t>
            </a:r>
            <a:r>
              <a:rPr lang="pt-BR" sz="2400" dirty="0">
                <a:solidFill>
                  <a:schemeClr val="bg1"/>
                </a:solidFill>
              </a:rPr>
              <a:t>;        </a:t>
            </a:r>
            <a:r>
              <a:rPr lang="pt-BR" sz="2400" dirty="0" err="1">
                <a:solidFill>
                  <a:schemeClr val="bg1"/>
                </a:solidFill>
              </a:rPr>
              <a:t>store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vegetables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salad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dressing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soup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jelly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interesting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free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experience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inside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outside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news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chinese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opinion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cold</a:t>
            </a:r>
            <a:r>
              <a:rPr lang="pt-BR" sz="2400" dirty="0">
                <a:solidFill>
                  <a:schemeClr val="bg1"/>
                </a:solidFill>
              </a:rPr>
              <a:t>; hot; </a:t>
            </a:r>
            <a:r>
              <a:rPr lang="pt-BR" sz="2400" dirty="0" err="1">
                <a:solidFill>
                  <a:schemeClr val="bg1"/>
                </a:solidFill>
              </a:rPr>
              <a:t>idea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err="1">
                <a:solidFill>
                  <a:schemeClr val="bg1"/>
                </a:solidFill>
              </a:rPr>
              <a:t>Coffee</a:t>
            </a:r>
            <a:r>
              <a:rPr lang="pt-BR" sz="3200" b="1">
                <a:solidFill>
                  <a:schemeClr val="bg1"/>
                </a:solidFill>
              </a:rPr>
              <a:t> break; </a:t>
            </a:r>
            <a:r>
              <a:rPr lang="pt-BR" sz="3200" b="1" err="1">
                <a:solidFill>
                  <a:schemeClr val="bg1"/>
                </a:solidFill>
              </a:rPr>
              <a:t>whatever</a:t>
            </a:r>
            <a:r>
              <a:rPr lang="pt-BR" sz="3200" b="1">
                <a:solidFill>
                  <a:schemeClr val="bg1"/>
                </a:solidFill>
              </a:rPr>
              <a:t>; </a:t>
            </a:r>
            <a:r>
              <a:rPr lang="pt-BR" sz="3200" b="1" err="1">
                <a:solidFill>
                  <a:schemeClr val="bg1"/>
                </a:solidFill>
              </a:rPr>
              <a:t>let’s</a:t>
            </a:r>
            <a:r>
              <a:rPr lang="pt-BR" sz="3200" b="1">
                <a:solidFill>
                  <a:schemeClr val="bg1"/>
                </a:solidFill>
              </a:rPr>
              <a:t>; come </a:t>
            </a:r>
            <a:r>
              <a:rPr lang="pt-BR" sz="3200" b="1" err="1">
                <a:solidFill>
                  <a:schemeClr val="bg1"/>
                </a:solidFill>
              </a:rPr>
              <a:t>on</a:t>
            </a:r>
            <a:endParaRPr lang="pt-BR" sz="3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648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SEVEN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2607926"/>
            <a:ext cx="8596668" cy="13192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ask-asked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answer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answered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talk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talked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There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is</a:t>
            </a:r>
            <a:r>
              <a:rPr lang="pt-BR" sz="3200" dirty="0">
                <a:solidFill>
                  <a:schemeClr val="bg1"/>
                </a:solidFill>
              </a:rPr>
              <a:t>- </a:t>
            </a:r>
            <a:r>
              <a:rPr lang="pt-BR" sz="3200" dirty="0" err="1">
                <a:solidFill>
                  <a:schemeClr val="bg1"/>
                </a:solidFill>
              </a:rPr>
              <a:t>There</a:t>
            </a:r>
            <a:r>
              <a:rPr lang="pt-BR" sz="3200" dirty="0">
                <a:solidFill>
                  <a:schemeClr val="bg1"/>
                </a:solidFill>
              </a:rPr>
              <a:t> are</a:t>
            </a:r>
          </a:p>
        </p:txBody>
      </p:sp>
    </p:spTree>
    <p:extLst>
      <p:ext uri="{BB962C8B-B14F-4D97-AF65-F5344CB8AC3E}">
        <p14:creationId xmlns:p14="http://schemas.microsoft.com/office/powerpoint/2010/main" val="454858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SEVEN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559748"/>
            <a:ext cx="8596668" cy="1709087"/>
          </a:xfrm>
        </p:spPr>
        <p:txBody>
          <a:bodyPr>
            <a:noAutofit/>
          </a:bodyPr>
          <a:lstStyle/>
          <a:p>
            <a:pPr algn="just"/>
            <a:r>
              <a:rPr lang="pt-BR" sz="2400" dirty="0" err="1">
                <a:solidFill>
                  <a:schemeClr val="bg1"/>
                </a:solidFill>
              </a:rPr>
              <a:t>Course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college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private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public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if</a:t>
            </a:r>
            <a:r>
              <a:rPr lang="pt-BR" sz="2400" dirty="0">
                <a:solidFill>
                  <a:schemeClr val="bg1"/>
                </a:solidFill>
              </a:rPr>
              <a:t>; file; </a:t>
            </a:r>
            <a:r>
              <a:rPr lang="pt-BR" sz="2400" dirty="0" err="1">
                <a:solidFill>
                  <a:schemeClr val="bg1"/>
                </a:solidFill>
              </a:rPr>
              <a:t>test</a:t>
            </a:r>
            <a:r>
              <a:rPr lang="pt-BR" sz="2400" dirty="0">
                <a:solidFill>
                  <a:schemeClr val="bg1"/>
                </a:solidFill>
              </a:rPr>
              <a:t>; grade; schedule; </a:t>
            </a:r>
            <a:r>
              <a:rPr lang="pt-BR" sz="2400" dirty="0" err="1">
                <a:solidFill>
                  <a:schemeClr val="bg1"/>
                </a:solidFill>
              </a:rPr>
              <a:t>report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fortunately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unfortunately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desk</a:t>
            </a:r>
            <a:r>
              <a:rPr lang="pt-BR" sz="2400" dirty="0">
                <a:solidFill>
                  <a:schemeClr val="bg1"/>
                </a:solidFill>
              </a:rPr>
              <a:t>; notebook; </a:t>
            </a:r>
            <a:r>
              <a:rPr lang="pt-BR" sz="2400" dirty="0" err="1">
                <a:solidFill>
                  <a:schemeClr val="bg1"/>
                </a:solidFill>
              </a:rPr>
              <a:t>pencil</a:t>
            </a:r>
            <a:r>
              <a:rPr lang="pt-BR" sz="2400" dirty="0">
                <a:solidFill>
                  <a:schemeClr val="bg1"/>
                </a:solidFill>
              </a:rPr>
              <a:t>; pen; </a:t>
            </a:r>
            <a:r>
              <a:rPr lang="pt-BR" sz="2400" dirty="0" err="1">
                <a:solidFill>
                  <a:schemeClr val="bg1"/>
                </a:solidFill>
              </a:rPr>
              <a:t>ruler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calendar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eraser</a:t>
            </a:r>
            <a:r>
              <a:rPr lang="pt-BR" sz="2400" dirty="0">
                <a:solidFill>
                  <a:schemeClr val="bg1"/>
                </a:solidFill>
              </a:rPr>
              <a:t>; folder; </a:t>
            </a:r>
            <a:r>
              <a:rPr lang="pt-BR" sz="2400" dirty="0" err="1">
                <a:solidFill>
                  <a:schemeClr val="bg1"/>
                </a:solidFill>
              </a:rPr>
              <a:t>glue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stapler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board</a:t>
            </a:r>
            <a:r>
              <a:rPr lang="pt-BR" sz="2400" dirty="0">
                <a:solidFill>
                  <a:schemeClr val="bg1"/>
                </a:solidFill>
              </a:rPr>
              <a:t>; wallet; </a:t>
            </a:r>
            <a:r>
              <a:rPr lang="pt-BR" sz="2400" dirty="0" err="1">
                <a:solidFill>
                  <a:schemeClr val="bg1"/>
                </a:solidFill>
              </a:rPr>
              <a:t>enough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slowly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ready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err="1">
                <a:solidFill>
                  <a:schemeClr val="bg1"/>
                </a:solidFill>
              </a:rPr>
              <a:t>Coffee</a:t>
            </a:r>
            <a:r>
              <a:rPr lang="pt-BR" sz="3200" b="1">
                <a:solidFill>
                  <a:schemeClr val="bg1"/>
                </a:solidFill>
              </a:rPr>
              <a:t> break; </a:t>
            </a:r>
            <a:r>
              <a:rPr lang="pt-BR" sz="3200" b="1" err="1">
                <a:solidFill>
                  <a:schemeClr val="bg1"/>
                </a:solidFill>
              </a:rPr>
              <a:t>whatever</a:t>
            </a:r>
            <a:r>
              <a:rPr lang="pt-BR" sz="3200" b="1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03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EIGHT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2607926"/>
            <a:ext cx="8596668" cy="13192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leave-left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watch-watched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wait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waited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There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was-There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were</a:t>
            </a:r>
            <a:endParaRPr lang="pt-B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163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>
                <a:solidFill>
                  <a:srgbClr val="002060"/>
                </a:solidFill>
              </a:rPr>
              <a:t>LESSON EIGHT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559748"/>
            <a:ext cx="8596668" cy="170908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Employee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government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great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interested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building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both</a:t>
            </a:r>
            <a:r>
              <a:rPr lang="pt-BR" sz="2400" dirty="0">
                <a:solidFill>
                  <a:schemeClr val="bg1"/>
                </a:solidFill>
              </a:rPr>
              <a:t>; nurse; </a:t>
            </a:r>
            <a:r>
              <a:rPr lang="pt-BR" sz="2400" dirty="0" err="1">
                <a:solidFill>
                  <a:schemeClr val="bg1"/>
                </a:solidFill>
              </a:rPr>
              <a:t>theater</a:t>
            </a:r>
            <a:r>
              <a:rPr lang="pt-BR" sz="2400" dirty="0">
                <a:solidFill>
                  <a:schemeClr val="bg1"/>
                </a:solidFill>
              </a:rPr>
              <a:t>; play; </a:t>
            </a:r>
            <a:r>
              <a:rPr lang="pt-BR" sz="2400" dirty="0" err="1">
                <a:solidFill>
                  <a:schemeClr val="bg1"/>
                </a:solidFill>
              </a:rPr>
              <a:t>actor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actress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movie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message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moment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amusement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park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teller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picture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camera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leisure</a:t>
            </a:r>
            <a:r>
              <a:rPr lang="pt-BR" sz="2400" dirty="0">
                <a:solidFill>
                  <a:schemeClr val="bg1"/>
                </a:solidFill>
              </a:rPr>
              <a:t>; </a:t>
            </a:r>
            <a:r>
              <a:rPr lang="pt-BR" sz="2400" dirty="0" err="1">
                <a:solidFill>
                  <a:schemeClr val="bg1"/>
                </a:solidFill>
              </a:rPr>
              <a:t>field</a:t>
            </a:r>
            <a:r>
              <a:rPr lang="pt-BR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err="1">
                <a:solidFill>
                  <a:schemeClr val="bg1"/>
                </a:solidFill>
              </a:rPr>
              <a:t>Coffee</a:t>
            </a:r>
            <a:r>
              <a:rPr lang="pt-BR" sz="3200" b="1">
                <a:solidFill>
                  <a:schemeClr val="bg1"/>
                </a:solidFill>
              </a:rPr>
              <a:t> break; </a:t>
            </a:r>
            <a:r>
              <a:rPr lang="pt-BR" sz="3200" b="1" err="1">
                <a:solidFill>
                  <a:schemeClr val="bg1"/>
                </a:solidFill>
              </a:rPr>
              <a:t>whatever</a:t>
            </a:r>
            <a:r>
              <a:rPr lang="pt-BR" sz="3200" b="1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67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NINE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2607926"/>
            <a:ext cx="8596668" cy="13192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arrive-arrived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put-put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rent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rented</a:t>
            </a:r>
            <a:r>
              <a:rPr lang="pt-BR" sz="32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486619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NINE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559748"/>
            <a:ext cx="8596668" cy="170908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Clothes; cap; rain; snow; weather; receipt; solution; passport; document; customs; gate; coin; penny; nickel; dime; quarter; socks; sneakers; pair; shoes; pants; belt; blouse; skirt; underwear; glasses. 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err="1">
                <a:solidFill>
                  <a:schemeClr val="bg1"/>
                </a:solidFill>
              </a:rPr>
              <a:t>What’s</a:t>
            </a:r>
            <a:r>
              <a:rPr lang="pt-BR" sz="3200" b="1" dirty="0">
                <a:solidFill>
                  <a:schemeClr val="bg1"/>
                </a:solidFill>
              </a:rPr>
              <a:t> (</a:t>
            </a:r>
            <a:r>
              <a:rPr lang="pt-BR" sz="3200" b="1" dirty="0" err="1">
                <a:solidFill>
                  <a:schemeClr val="bg1"/>
                </a:solidFill>
              </a:rPr>
              <a:t>this</a:t>
            </a:r>
            <a:r>
              <a:rPr lang="pt-BR" sz="3200" b="1" dirty="0">
                <a:solidFill>
                  <a:schemeClr val="bg1"/>
                </a:solidFill>
              </a:rPr>
              <a:t>) </a:t>
            </a:r>
            <a:r>
              <a:rPr lang="pt-BR" sz="3200" b="1" dirty="0" err="1">
                <a:solidFill>
                  <a:schemeClr val="bg1"/>
                </a:solidFill>
              </a:rPr>
              <a:t>like</a:t>
            </a:r>
            <a:r>
              <a:rPr lang="pt-BR" sz="3200" b="1" dirty="0">
                <a:solidFill>
                  <a:schemeClr val="bg1"/>
                </a:solidFill>
              </a:rPr>
              <a:t>; (</a:t>
            </a:r>
            <a:r>
              <a:rPr lang="pt-BR" sz="3200" b="1" dirty="0" err="1">
                <a:solidFill>
                  <a:schemeClr val="bg1"/>
                </a:solidFill>
              </a:rPr>
              <a:t>something</a:t>
            </a:r>
            <a:r>
              <a:rPr lang="pt-BR" sz="3200" b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4296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TEN</a:t>
            </a: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1928254"/>
            <a:ext cx="8596668" cy="4497946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think-thought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cook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cooked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sit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sat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go-</a:t>
            </a:r>
            <a:r>
              <a:rPr lang="pt-BR" sz="3200" dirty="0" err="1">
                <a:solidFill>
                  <a:schemeClr val="bg1"/>
                </a:solidFill>
              </a:rPr>
              <a:t>went</a:t>
            </a:r>
            <a:endParaRPr lang="pt-BR" sz="3200" dirty="0">
              <a:solidFill>
                <a:schemeClr val="bg1"/>
              </a:solidFill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ask-asked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answer</a:t>
            </a:r>
            <a:r>
              <a:rPr lang="pt-BR" sz="3200" dirty="0">
                <a:solidFill>
                  <a:schemeClr val="bg1"/>
                </a:solidFill>
              </a:rPr>
              <a:t>–</a:t>
            </a:r>
            <a:r>
              <a:rPr lang="pt-BR" sz="3200" dirty="0" err="1">
                <a:solidFill>
                  <a:schemeClr val="bg1"/>
                </a:solidFill>
              </a:rPr>
              <a:t>answered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talk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talked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There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is</a:t>
            </a:r>
            <a:r>
              <a:rPr lang="pt-BR" sz="3200" dirty="0">
                <a:solidFill>
                  <a:schemeClr val="bg1"/>
                </a:solidFill>
              </a:rPr>
              <a:t>- </a:t>
            </a:r>
            <a:r>
              <a:rPr lang="pt-BR" sz="3200" dirty="0" err="1">
                <a:solidFill>
                  <a:schemeClr val="bg1"/>
                </a:solidFill>
              </a:rPr>
              <a:t>There</a:t>
            </a:r>
            <a:r>
              <a:rPr lang="pt-BR" sz="3200" dirty="0">
                <a:solidFill>
                  <a:schemeClr val="bg1"/>
                </a:solidFill>
              </a:rPr>
              <a:t> are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leave-left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watch-watched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wait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waited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There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was-There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were</a:t>
            </a:r>
            <a:endParaRPr lang="pt-BR" sz="3200" dirty="0">
              <a:solidFill>
                <a:schemeClr val="bg1"/>
              </a:solidFill>
            </a:endParaRP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arrive-arrived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put-put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rent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rented</a:t>
            </a:r>
            <a:r>
              <a:rPr lang="pt-BR" sz="3200" dirty="0">
                <a:solidFill>
                  <a:schemeClr val="bg1"/>
                </a:solidFill>
              </a:rPr>
              <a:t>/</a:t>
            </a:r>
          </a:p>
          <a:p>
            <a:pPr algn="just"/>
            <a:endParaRPr lang="pt-BR" sz="3200" dirty="0">
              <a:solidFill>
                <a:schemeClr val="bg1"/>
              </a:solidFill>
            </a:endParaRPr>
          </a:p>
          <a:p>
            <a:pPr algn="just"/>
            <a:endParaRPr lang="pt-BR" sz="3200" dirty="0">
              <a:solidFill>
                <a:schemeClr val="bg1"/>
              </a:solidFill>
            </a:endParaRPr>
          </a:p>
          <a:p>
            <a:pPr algn="just"/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966715" y="1244976"/>
            <a:ext cx="1739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rgbClr val="FFFF00"/>
                </a:solidFill>
              </a:rPr>
              <a:t>REVIEW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338172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TEN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pt-BR" sz="3200" dirty="0">
              <a:solidFill>
                <a:srgbClr val="7030A0"/>
              </a:solidFill>
            </a:endParaRP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1939764"/>
            <a:ext cx="8596668" cy="1709087"/>
          </a:xfrm>
        </p:spPr>
        <p:txBody>
          <a:bodyPr>
            <a:noAutofit/>
          </a:bodyPr>
          <a:lstStyle/>
          <a:p>
            <a:pPr algn="just"/>
            <a:r>
              <a:rPr lang="pt-BR" dirty="0" err="1">
                <a:solidFill>
                  <a:schemeClr val="bg1"/>
                </a:solidFill>
              </a:rPr>
              <a:t>Grandparents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grandchildren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grandson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grandaughter</a:t>
            </a:r>
            <a:r>
              <a:rPr lang="pt-BR" dirty="0">
                <a:solidFill>
                  <a:schemeClr val="bg1"/>
                </a:solidFill>
              </a:rPr>
              <a:t>;        </a:t>
            </a:r>
            <a:r>
              <a:rPr lang="pt-BR" dirty="0" err="1">
                <a:solidFill>
                  <a:schemeClr val="bg1"/>
                </a:solidFill>
              </a:rPr>
              <a:t>store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vegetables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salad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dressing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soup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jelly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interesting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free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experience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inside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outside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news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chinese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opinion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cold</a:t>
            </a:r>
            <a:r>
              <a:rPr lang="pt-BR" dirty="0">
                <a:solidFill>
                  <a:schemeClr val="bg1"/>
                </a:solidFill>
              </a:rPr>
              <a:t>; hot; </a:t>
            </a:r>
            <a:r>
              <a:rPr lang="pt-BR" dirty="0" err="1">
                <a:solidFill>
                  <a:schemeClr val="bg1"/>
                </a:solidFill>
              </a:rPr>
              <a:t>idea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pt-BR" dirty="0" err="1">
                <a:solidFill>
                  <a:schemeClr val="bg1"/>
                </a:solidFill>
              </a:rPr>
              <a:t>Course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college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private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public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if</a:t>
            </a:r>
            <a:r>
              <a:rPr lang="pt-BR" dirty="0">
                <a:solidFill>
                  <a:schemeClr val="bg1"/>
                </a:solidFill>
              </a:rPr>
              <a:t>; file; </a:t>
            </a:r>
            <a:r>
              <a:rPr lang="pt-BR" dirty="0" err="1">
                <a:solidFill>
                  <a:schemeClr val="bg1"/>
                </a:solidFill>
              </a:rPr>
              <a:t>test</a:t>
            </a:r>
            <a:r>
              <a:rPr lang="pt-BR" dirty="0">
                <a:solidFill>
                  <a:schemeClr val="bg1"/>
                </a:solidFill>
              </a:rPr>
              <a:t>; grade; schedule; </a:t>
            </a:r>
            <a:r>
              <a:rPr lang="pt-BR" dirty="0" err="1">
                <a:solidFill>
                  <a:schemeClr val="bg1"/>
                </a:solidFill>
              </a:rPr>
              <a:t>report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fortunately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unfortunately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desk</a:t>
            </a:r>
            <a:r>
              <a:rPr lang="pt-BR" dirty="0">
                <a:solidFill>
                  <a:schemeClr val="bg1"/>
                </a:solidFill>
              </a:rPr>
              <a:t>; notebook; </a:t>
            </a:r>
            <a:r>
              <a:rPr lang="pt-BR" dirty="0" err="1">
                <a:solidFill>
                  <a:schemeClr val="bg1"/>
                </a:solidFill>
              </a:rPr>
              <a:t>pencil</a:t>
            </a:r>
            <a:r>
              <a:rPr lang="pt-BR" dirty="0">
                <a:solidFill>
                  <a:schemeClr val="bg1"/>
                </a:solidFill>
              </a:rPr>
              <a:t>; pen; </a:t>
            </a:r>
            <a:r>
              <a:rPr lang="pt-BR" dirty="0" err="1">
                <a:solidFill>
                  <a:schemeClr val="bg1"/>
                </a:solidFill>
              </a:rPr>
              <a:t>ruler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calendar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eraser</a:t>
            </a:r>
            <a:r>
              <a:rPr lang="pt-BR" dirty="0">
                <a:solidFill>
                  <a:schemeClr val="bg1"/>
                </a:solidFill>
              </a:rPr>
              <a:t>; folder; </a:t>
            </a:r>
            <a:r>
              <a:rPr lang="pt-BR" dirty="0" err="1">
                <a:solidFill>
                  <a:schemeClr val="bg1"/>
                </a:solidFill>
              </a:rPr>
              <a:t>glue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stapler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board</a:t>
            </a:r>
            <a:r>
              <a:rPr lang="pt-BR" dirty="0">
                <a:solidFill>
                  <a:schemeClr val="bg1"/>
                </a:solidFill>
              </a:rPr>
              <a:t>; wallet; </a:t>
            </a:r>
            <a:r>
              <a:rPr lang="pt-BR" dirty="0" err="1">
                <a:solidFill>
                  <a:schemeClr val="bg1"/>
                </a:solidFill>
              </a:rPr>
              <a:t>enough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slowly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ready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Employee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government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great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interested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building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both</a:t>
            </a:r>
            <a:r>
              <a:rPr lang="pt-BR" dirty="0">
                <a:solidFill>
                  <a:schemeClr val="bg1"/>
                </a:solidFill>
              </a:rPr>
              <a:t>; nurse; </a:t>
            </a:r>
            <a:r>
              <a:rPr lang="pt-BR" dirty="0" err="1">
                <a:solidFill>
                  <a:schemeClr val="bg1"/>
                </a:solidFill>
              </a:rPr>
              <a:t>theater</a:t>
            </a:r>
            <a:r>
              <a:rPr lang="pt-BR" dirty="0">
                <a:solidFill>
                  <a:schemeClr val="bg1"/>
                </a:solidFill>
              </a:rPr>
              <a:t>; play; </a:t>
            </a:r>
            <a:r>
              <a:rPr lang="pt-BR" dirty="0" err="1">
                <a:solidFill>
                  <a:schemeClr val="bg1"/>
                </a:solidFill>
              </a:rPr>
              <a:t>actor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actress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movie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message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moment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amusement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park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teller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picture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camera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leisure</a:t>
            </a:r>
            <a:r>
              <a:rPr lang="pt-BR" dirty="0">
                <a:solidFill>
                  <a:schemeClr val="bg1"/>
                </a:solidFill>
              </a:rPr>
              <a:t>; </a:t>
            </a:r>
            <a:r>
              <a:rPr lang="pt-BR" dirty="0" err="1">
                <a:solidFill>
                  <a:schemeClr val="bg1"/>
                </a:solidFill>
              </a:rPr>
              <a:t>field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Clothes; cap; rain; snow; weather; receipt; solution; passport; document; customs; gate; coin; penny; nickel; dime; quarter; socks; sneakers; pair; shoes; pants; belt; blouse; skirt; underwear; glasses. </a:t>
            </a:r>
          </a:p>
          <a:p>
            <a:pPr algn="just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200400" y="1460005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REVIEW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216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ELEVEN</a:t>
            </a: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40012" y="1244976"/>
            <a:ext cx="2383918" cy="973680"/>
          </a:xfrm>
        </p:spPr>
        <p:txBody>
          <a:bodyPr/>
          <a:lstStyle/>
          <a:p>
            <a:r>
              <a:rPr lang="pt-BR">
                <a:solidFill>
                  <a:srgbClr val="7030A0"/>
                </a:solidFill>
              </a:rPr>
              <a:t>Verbs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240012" y="2607926"/>
            <a:ext cx="8596668" cy="13192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understand-undertood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clean-</a:t>
            </a:r>
            <a:r>
              <a:rPr lang="pt-BR" sz="3200" dirty="0" err="1">
                <a:solidFill>
                  <a:schemeClr val="bg1"/>
                </a:solidFill>
              </a:rPr>
              <a:t>cleaned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err="1">
                <a:solidFill>
                  <a:schemeClr val="bg1"/>
                </a:solidFill>
              </a:rPr>
              <a:t>wash</a:t>
            </a:r>
            <a:r>
              <a:rPr lang="pt-BR" sz="3200" dirty="0">
                <a:solidFill>
                  <a:schemeClr val="bg1"/>
                </a:solidFill>
              </a:rPr>
              <a:t>– </a:t>
            </a:r>
            <a:r>
              <a:rPr lang="pt-BR" sz="3200" dirty="0" err="1">
                <a:solidFill>
                  <a:schemeClr val="bg1"/>
                </a:solidFill>
              </a:rPr>
              <a:t>washed</a:t>
            </a:r>
            <a:r>
              <a:rPr lang="pt-BR" sz="3200" dirty="0">
                <a:solidFill>
                  <a:schemeClr val="bg1"/>
                </a:solidFill>
              </a:rPr>
              <a:t>/ </a:t>
            </a:r>
            <a:r>
              <a:rPr lang="pt-BR" sz="3200" dirty="0" err="1">
                <a:solidFill>
                  <a:schemeClr val="bg1"/>
                </a:solidFill>
              </a:rPr>
              <a:t>To</a:t>
            </a:r>
            <a:r>
              <a:rPr lang="pt-BR" sz="3200" dirty="0">
                <a:solidFill>
                  <a:schemeClr val="bg1"/>
                </a:solidFill>
              </a:rPr>
              <a:t> look-</a:t>
            </a:r>
            <a:r>
              <a:rPr lang="pt-BR" sz="3200" dirty="0" err="1">
                <a:solidFill>
                  <a:schemeClr val="bg1"/>
                </a:solidFill>
              </a:rPr>
              <a:t>looked</a:t>
            </a:r>
            <a:endParaRPr lang="pt-B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17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ELEVEN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>
                <a:solidFill>
                  <a:srgbClr val="7030A0"/>
                </a:solidFill>
              </a:rPr>
              <a:t>VOCABULARY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240012" y="4644276"/>
            <a:ext cx="8596668" cy="7576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>
                <a:solidFill>
                  <a:srgbClr val="7030A0"/>
                </a:solidFill>
              </a:rPr>
              <a:t>EXPRESS YOURSELF</a:t>
            </a: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147247" y="2559748"/>
            <a:ext cx="8596668" cy="170908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Bedroom; bathroom; living room; dining room; bed; garage; garden; gardener; knife; fork; spoon; plate; pan; napkin; dishes; soap; these; dishwasher; washing machine; a little; a few; on; under.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5428297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b="1" dirty="0" err="1">
                <a:solidFill>
                  <a:schemeClr val="bg1"/>
                </a:solidFill>
              </a:rPr>
              <a:t>How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  <a:r>
              <a:rPr lang="pt-BR" sz="3200" b="1" dirty="0" err="1">
                <a:solidFill>
                  <a:schemeClr val="bg1"/>
                </a:solidFill>
              </a:rPr>
              <a:t>old</a:t>
            </a:r>
            <a:r>
              <a:rPr lang="pt-BR" sz="3200" b="1" dirty="0">
                <a:solidFill>
                  <a:schemeClr val="bg1"/>
                </a:solidFill>
              </a:rPr>
              <a:t> are </a:t>
            </a:r>
            <a:r>
              <a:rPr lang="pt-BR" sz="3200" b="1" dirty="0" err="1">
                <a:solidFill>
                  <a:schemeClr val="bg1"/>
                </a:solidFill>
              </a:rPr>
              <a:t>you</a:t>
            </a:r>
            <a:r>
              <a:rPr lang="pt-BR" sz="3200" b="1" dirty="0">
                <a:solidFill>
                  <a:schemeClr val="bg1"/>
                </a:solidFill>
              </a:rPr>
              <a:t>? </a:t>
            </a:r>
            <a:r>
              <a:rPr lang="pt-BR" sz="3200" b="1" dirty="0" err="1">
                <a:solidFill>
                  <a:schemeClr val="bg1"/>
                </a:solidFill>
              </a:rPr>
              <a:t>To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  <a:r>
              <a:rPr lang="pt-BR" sz="3200" b="1" dirty="0" err="1">
                <a:solidFill>
                  <a:schemeClr val="bg1"/>
                </a:solidFill>
              </a:rPr>
              <a:t>take</a:t>
            </a:r>
            <a:r>
              <a:rPr lang="pt-BR" sz="3200" b="1" dirty="0">
                <a:solidFill>
                  <a:schemeClr val="bg1"/>
                </a:solidFill>
              </a:rPr>
              <a:t> a </a:t>
            </a:r>
            <a:r>
              <a:rPr lang="pt-BR" sz="3200" b="1" dirty="0" err="1">
                <a:solidFill>
                  <a:schemeClr val="bg1"/>
                </a:solidFill>
              </a:rPr>
              <a:t>shower;to</a:t>
            </a:r>
            <a:r>
              <a:rPr lang="pt-BR" sz="3200" b="1" dirty="0">
                <a:solidFill>
                  <a:schemeClr val="bg1"/>
                </a:solidFill>
              </a:rPr>
              <a:t> look </a:t>
            </a:r>
            <a:r>
              <a:rPr lang="pt-BR" sz="3200" b="1" dirty="0" err="1">
                <a:solidFill>
                  <a:schemeClr val="bg1"/>
                </a:solidFill>
              </a:rPr>
              <a:t>like</a:t>
            </a:r>
            <a:r>
              <a:rPr lang="pt-BR" sz="3200" b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6340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541" y="401739"/>
            <a:ext cx="4308748" cy="2511648"/>
          </a:xfrm>
          <a:prstGeom prst="rect">
            <a:avLst/>
          </a:prstGeom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LESSON TWELVE</a:t>
            </a:r>
          </a:p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47282" y="1252263"/>
            <a:ext cx="8596668" cy="843237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</a:rPr>
              <a:t>PREPOSITIONS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0" y="5989537"/>
            <a:ext cx="8596668" cy="5889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pt-BR" sz="3200" dirty="0">
              <a:solidFill>
                <a:srgbClr val="7030A0"/>
              </a:solidFill>
            </a:endParaRPr>
          </a:p>
        </p:txBody>
      </p:sp>
      <p:graphicFrame>
        <p:nvGraphicFramePr>
          <p:cNvPr id="2" name="Espaço Reservado para Conteúdo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712000"/>
              </p:ext>
            </p:extLst>
          </p:nvPr>
        </p:nvGraphicFramePr>
        <p:xfrm>
          <a:off x="147638" y="2095499"/>
          <a:ext cx="8596312" cy="4483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240012" y="4268788"/>
            <a:ext cx="8596668" cy="2204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82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Personalizada 2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63BB27"/>
      </a:accent2>
      <a:accent3>
        <a:srgbClr val="E6B91E"/>
      </a:accent3>
      <a:accent4>
        <a:srgbClr val="FFFF00"/>
      </a:accent4>
      <a:accent5>
        <a:srgbClr val="FFFF00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53606</TotalTime>
  <Words>1384</Words>
  <Application>Microsoft Macintosh PowerPoint</Application>
  <PresentationFormat>Widescreen</PresentationFormat>
  <Paragraphs>120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Trebuchet MS</vt:lpstr>
      <vt:lpstr>Wingdings 3</vt:lpstr>
      <vt:lpstr>Facetado</vt:lpstr>
      <vt:lpstr>Book Two</vt:lpstr>
      <vt:lpstr>BOOK TWO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PREPOSITIONS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ILMA TEIXEIRA DE CARVALHO</dc:creator>
  <cp:lastModifiedBy>Andre Raw</cp:lastModifiedBy>
  <cp:revision>54</cp:revision>
  <dcterms:created xsi:type="dcterms:W3CDTF">2017-01-10T18:28:58Z</dcterms:created>
  <dcterms:modified xsi:type="dcterms:W3CDTF">2021-06-29T15:35:39Z</dcterms:modified>
</cp:coreProperties>
</file>
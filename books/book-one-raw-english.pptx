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sldIdLst>
    <p:sldId id="256" r:id="rId2"/>
    <p:sldId id="257" r:id="rId3"/>
    <p:sldId id="259" r:id="rId4"/>
    <p:sldId id="260" r:id="rId5"/>
    <p:sldId id="288" r:id="rId34"/>
    <p:sldId id="264" r:id="rId6"/>
    <p:sldId id="265" r:id="rId7"/>
    <p:sldId id="289" r:id="rId35"/>
    <p:sldId id="266" r:id="rId8"/>
    <p:sldId id="267" r:id="rId9"/>
    <p:sldId id="290" r:id="rId36"/>
    <p:sldId id="268" r:id="rId10"/>
    <p:sldId id="271" r:id="rId11"/>
    <p:sldId id="291" r:id="rId37"/>
    <p:sldId id="270" r:id="rId12"/>
    <p:sldId id="269" r:id="rId13"/>
    <p:sldId id="292" r:id="rId38"/>
    <p:sldId id="273" r:id="rId14"/>
    <p:sldId id="272" r:id="rId15"/>
    <p:sldId id="293" r:id="rId39"/>
    <p:sldId id="274" r:id="rId16"/>
    <p:sldId id="277" r:id="rId17"/>
    <p:sldId id="294" r:id="rId40"/>
    <p:sldId id="276" r:id="rId18"/>
    <p:sldId id="275" r:id="rId19"/>
    <p:sldId id="295" r:id="rId41"/>
    <p:sldId id="278" r:id="rId20"/>
    <p:sldId id="279" r:id="rId21"/>
    <p:sldId id="296" r:id="rId42"/>
    <p:sldId id="280" r:id="rId22"/>
    <p:sldId id="281" r:id="rId23"/>
    <p:sldId id="297" r:id="rId43"/>
    <p:sldId id="282" r:id="rId24"/>
    <p:sldId id="283" r:id="rId25"/>
    <p:sldId id="284" r:id="rId26"/>
    <p:sldId id="298" r:id="rId44"/>
    <p:sldId id="285" r:id="rId27"/>
    <p:sldId id="286" r:id="rId28"/>
    <p:sldId id="28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7/1/20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75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emf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us-mg6.mail.yahoo.com/ya/download?mid=2%5f0%5f0%5f1%5f1%5fAGAaDUwAQgawWGvqCwAu4J8Gw58&amp;m=YaDownload&amp;pid=4&amp;fid=Inbox&amp;inline=1&amp;appid=YahooMailNeo&amp;uploadId=Y2FiZWNfYWxoby5qcGc="/>
          <p:cNvSpPr>
            <a:spLocks noChangeAspect="1" noChangeArrowheads="1"/>
          </p:cNvSpPr>
          <p:nvPr/>
        </p:nvSpPr>
        <p:spPr bwMode="auto">
          <a:xfrm>
            <a:off x="5943600" y="3276600"/>
            <a:ext cx="1711842" cy="17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https://us-mg6.mail.yahoo.com/ya/download?mid=2%5f0%5f0%5f1%5f1%5fAGAaDUwAQgawWGvqCwAu4J8Gw58&amp;m=YaDownload&amp;pid=4&amp;fid=Inbox&amp;inline=1&amp;appid=YahooMailNeo&amp;uploadId=Y2FiZWNfYWxoby5qcGc="/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-238567" y="3054626"/>
            <a:ext cx="9016807" cy="17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/>
              <a:t>Fale inglês rápido e com confiança!</a:t>
            </a:r>
            <a:br>
              <a:rPr lang="pt-BR" dirty="0"/>
            </a:br>
            <a:endParaRPr lang="pt-BR" dirty="0"/>
          </a:p>
        </p:txBody>
      </p:sp>
      <p:sp>
        <p:nvSpPr>
          <p:cNvPr id="2" name="CaixaDeTexto 1"/>
          <p:cNvSpPr txBox="1"/>
          <p:nvPr/>
        </p:nvSpPr>
        <p:spPr>
          <a:xfrm>
            <a:off x="2353263" y="2131296"/>
            <a:ext cx="3158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FFFF00"/>
                </a:solidFill>
              </a:rPr>
              <a:t>Book </a:t>
            </a:r>
            <a:r>
              <a:rPr lang="pt-BR" sz="5400" dirty="0" err="1">
                <a:solidFill>
                  <a:srgbClr val="FFFF00"/>
                </a:solidFill>
              </a:rPr>
              <a:t>One</a:t>
            </a:r>
            <a:endParaRPr lang="pt-BR" sz="54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698269" y="6334298"/>
            <a:ext cx="3234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 err="1"/>
              <a:t>www.rawenglish.com.br</a:t>
            </a:r>
            <a:endParaRPr lang="pt-BR" sz="22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442" y="181350"/>
            <a:ext cx="4475009" cy="3130737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7332" y="2644170"/>
            <a:ext cx="8596668" cy="3880773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HOW TO SPEAK ENGLISH FAST...</a:t>
            </a:r>
          </a:p>
          <a:p>
            <a:r>
              <a:rPr lang="pt-BR" sz="2400" dirty="0"/>
              <a:t>Fale inglês rápido e com confiança, na </a:t>
            </a:r>
            <a:r>
              <a:rPr lang="pt-BR" sz="2400" dirty="0" err="1"/>
              <a:t>Raw</a:t>
            </a:r>
            <a:r>
              <a:rPr lang="pt-BR" sz="2400" dirty="0"/>
              <a:t> </a:t>
            </a:r>
            <a:r>
              <a:rPr lang="pt-BR" sz="2400" dirty="0" err="1"/>
              <a:t>English</a:t>
            </a:r>
            <a:r>
              <a:rPr lang="pt-BR" sz="2400" dirty="0"/>
              <a:t> </a:t>
            </a:r>
            <a:r>
              <a:rPr lang="pt-BR" sz="2400" dirty="0" err="1"/>
              <a:t>consultant</a:t>
            </a:r>
            <a:r>
              <a:rPr lang="pt-BR" sz="2400" dirty="0"/>
              <a:t> você aprende inglês da forma correta e com 100% de comunicação oral...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>
                <a:solidFill>
                  <a:srgbClr val="FF0000"/>
                </a:solidFill>
              </a:rPr>
              <a:t>TO EDUCATE PEOPLE IN THE ENGLISH LANGUAGE IN A FAST AND PROPER WAY...</a:t>
            </a:r>
          </a:p>
          <a:p>
            <a:r>
              <a:rPr lang="pt-BR" sz="2400" dirty="0"/>
              <a:t>Educar pessoas sobre a língua Inglesa rapidamente e na maneira correta...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4" name="Retângulo 3"/>
          <p:cNvSpPr/>
          <p:nvPr/>
        </p:nvSpPr>
        <p:spPr>
          <a:xfrm>
            <a:off x="3048000" y="22748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endParaRPr lang="pt-BR" b="0" i="0" dirty="0">
              <a:solidFill>
                <a:srgbClr val="FFFFFF"/>
              </a:solidFill>
              <a:effectLst/>
              <a:latin typeface="bubblegum-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1338" y="181350"/>
            <a:ext cx="26933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 b="1" dirty="0">
                <a:solidFill>
                  <a:srgbClr val="FFFF00"/>
                </a:solidFill>
              </a:rPr>
              <a:t>Book </a:t>
            </a:r>
            <a:r>
              <a:rPr lang="pt-BR" sz="4400" b="1" dirty="0" err="1">
                <a:solidFill>
                  <a:srgbClr val="FFFF00"/>
                </a:solidFill>
              </a:rPr>
              <a:t>One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03748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524421"/>
            <a:ext cx="2383918" cy="681467"/>
          </a:xfrm>
        </p:spPr>
        <p:txBody>
          <a:bodyPr/>
          <a:lstStyle/>
          <a:p>
            <a:r>
              <a:rPr lang="pt-BR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2486025"/>
            <a:ext cx="8596313" cy="808038"/>
          </a:xfrm>
        </p:spPr>
        <p:txBody>
          <a:bodyPr/>
          <a:lstStyle/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Want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Work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speak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Study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976" y="230674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ONE </a:t>
            </a:r>
          </a:p>
        </p:txBody>
      </p:sp>
    </p:spTree>
    <p:extLst>
      <p:ext uri="{BB962C8B-B14F-4D97-AF65-F5344CB8AC3E}">
        <p14:creationId xmlns:p14="http://schemas.microsoft.com/office/powerpoint/2010/main" val="8921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439024"/>
            <a:ext cx="2583253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95" y="2531651"/>
            <a:ext cx="8596668" cy="1045074"/>
          </a:xfrm>
        </p:spPr>
        <p:txBody>
          <a:bodyPr>
            <a:noAutofit/>
          </a:bodyPr>
          <a:lstStyle/>
          <a:p>
            <a:r>
              <a:rPr lang="pt-BR" sz="2400" dirty="0"/>
              <a:t>I; </a:t>
            </a:r>
            <a:r>
              <a:rPr lang="pt-BR" sz="2400" dirty="0" err="1"/>
              <a:t>Today</a:t>
            </a:r>
            <a:r>
              <a:rPr lang="pt-BR" sz="2400" dirty="0"/>
              <a:t>; </a:t>
            </a:r>
            <a:r>
              <a:rPr lang="pt-BR" sz="2400" dirty="0" err="1"/>
              <a:t>You</a:t>
            </a:r>
            <a:r>
              <a:rPr lang="pt-BR" sz="2400" dirty="0"/>
              <a:t>; </a:t>
            </a:r>
            <a:r>
              <a:rPr lang="pt-BR" sz="2400" dirty="0" err="1"/>
              <a:t>Tomorrow</a:t>
            </a:r>
            <a:r>
              <a:rPr lang="pt-BR" sz="2400" dirty="0"/>
              <a:t>; </a:t>
            </a:r>
            <a:r>
              <a:rPr lang="pt-BR" sz="2400" dirty="0" err="1"/>
              <a:t>English</a:t>
            </a:r>
            <a:r>
              <a:rPr lang="pt-BR" sz="2400" dirty="0"/>
              <a:t>; </a:t>
            </a:r>
            <a:r>
              <a:rPr lang="pt-BR" sz="2400" dirty="0" err="1"/>
              <a:t>Portuguese</a:t>
            </a:r>
            <a:r>
              <a:rPr lang="pt-BR" sz="2400" dirty="0"/>
              <a:t>; Spanish; </a:t>
            </a:r>
            <a:r>
              <a:rPr lang="pt-BR" sz="2400" dirty="0" err="1"/>
              <a:t>with</a:t>
            </a:r>
            <a:r>
              <a:rPr lang="pt-BR" sz="2400" dirty="0"/>
              <a:t>; </a:t>
            </a:r>
            <a:r>
              <a:rPr lang="pt-BR" sz="2400" dirty="0" err="1"/>
              <a:t>my</a:t>
            </a:r>
            <a:r>
              <a:rPr lang="pt-BR" sz="2400" dirty="0"/>
              <a:t>; </a:t>
            </a:r>
            <a:r>
              <a:rPr lang="pt-BR" sz="2400" dirty="0" err="1"/>
              <a:t>and</a:t>
            </a:r>
            <a:r>
              <a:rPr lang="pt-BR" sz="2400" dirty="0"/>
              <a:t>; Family; </a:t>
            </a:r>
            <a:r>
              <a:rPr lang="pt-BR" sz="2400" dirty="0" err="1"/>
              <a:t>Father</a:t>
            </a:r>
            <a:r>
              <a:rPr lang="pt-BR" sz="2400" dirty="0"/>
              <a:t>, </a:t>
            </a:r>
            <a:r>
              <a:rPr lang="pt-BR" sz="2400" dirty="0" err="1"/>
              <a:t>Mother</a:t>
            </a:r>
            <a:r>
              <a:rPr lang="pt-BR" sz="2400" dirty="0"/>
              <a:t>; </a:t>
            </a:r>
            <a:r>
              <a:rPr lang="pt-BR" sz="2400" dirty="0" err="1"/>
              <a:t>sister</a:t>
            </a:r>
            <a:r>
              <a:rPr lang="pt-BR" sz="2400" dirty="0"/>
              <a:t>; Brother; </a:t>
            </a:r>
            <a:r>
              <a:rPr lang="pt-BR" sz="2400" dirty="0" err="1"/>
              <a:t>friend</a:t>
            </a:r>
            <a:r>
              <a:rPr lang="pt-BR" sz="2400" dirty="0"/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2"/>
              <a:buChar char="Ø"/>
            </a:pPr>
            <a:r>
              <a:rPr lang="pt-BR" sz="2400" dirty="0" err="1"/>
              <a:t>Please</a:t>
            </a:r>
            <a:r>
              <a:rPr lang="pt-BR" sz="2400" dirty="0"/>
              <a:t>; </a:t>
            </a:r>
            <a:r>
              <a:rPr lang="pt-BR" sz="2400" dirty="0" err="1"/>
              <a:t>thank</a:t>
            </a:r>
            <a:r>
              <a:rPr lang="pt-BR" sz="2400" dirty="0"/>
              <a:t> </a:t>
            </a:r>
            <a:r>
              <a:rPr lang="pt-BR" sz="2400" dirty="0" err="1"/>
              <a:t>you</a:t>
            </a:r>
            <a:r>
              <a:rPr lang="pt-BR" sz="2400" dirty="0"/>
              <a:t>; </a:t>
            </a:r>
            <a:r>
              <a:rPr lang="pt-BR" sz="2400" dirty="0" err="1"/>
              <a:t>Hi</a:t>
            </a:r>
            <a:r>
              <a:rPr lang="pt-BR" sz="2400" dirty="0"/>
              <a:t>; Bye;  In The </a:t>
            </a:r>
            <a:r>
              <a:rPr lang="pt-BR" sz="2400" dirty="0" err="1"/>
              <a:t>morning</a:t>
            </a:r>
            <a:r>
              <a:rPr lang="pt-BR" sz="2400" dirty="0"/>
              <a:t>; In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afternoon</a:t>
            </a:r>
            <a:r>
              <a:rPr lang="pt-BR" sz="2400" dirty="0"/>
              <a:t>; </a:t>
            </a:r>
            <a:r>
              <a:rPr lang="pt-BR" sz="2400" dirty="0" err="1"/>
              <a:t>at</a:t>
            </a:r>
            <a:r>
              <a:rPr lang="pt-BR" sz="2400" dirty="0"/>
              <a:t> </a:t>
            </a:r>
            <a:r>
              <a:rPr lang="pt-BR" sz="2400" dirty="0" err="1"/>
              <a:t>Night</a:t>
            </a:r>
            <a:r>
              <a:rPr lang="pt-BR" sz="2400" dirty="0"/>
              <a:t>. 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ONE </a:t>
            </a:r>
          </a:p>
        </p:txBody>
      </p:sp>
    </p:spTree>
    <p:extLst>
      <p:ext uri="{BB962C8B-B14F-4D97-AF65-F5344CB8AC3E}">
        <p14:creationId xmlns:p14="http://schemas.microsoft.com/office/powerpoint/2010/main" val="348963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6924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TWO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have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sleep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eat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play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514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95" y="2531650"/>
            <a:ext cx="8596668" cy="1313317"/>
          </a:xfrm>
        </p:spPr>
        <p:txBody>
          <a:bodyPr>
            <a:noAutofit/>
          </a:bodyPr>
          <a:lstStyle/>
          <a:p>
            <a:r>
              <a:rPr lang="pt-BR" sz="2400" dirty="0"/>
              <a:t>Manager; </a:t>
            </a:r>
            <a:r>
              <a:rPr lang="pt-BR" sz="2400" dirty="0" err="1"/>
              <a:t>boss</a:t>
            </a:r>
            <a:r>
              <a:rPr lang="pt-BR" sz="2400" dirty="0"/>
              <a:t>; </a:t>
            </a:r>
            <a:r>
              <a:rPr lang="pt-BR" sz="2400" dirty="0" err="1"/>
              <a:t>client</a:t>
            </a:r>
            <a:r>
              <a:rPr lang="pt-BR" sz="2400" dirty="0"/>
              <a:t>; </a:t>
            </a:r>
            <a:r>
              <a:rPr lang="pt-BR" sz="2400" dirty="0" err="1"/>
              <a:t>children</a:t>
            </a:r>
            <a:r>
              <a:rPr lang="pt-BR" sz="2400" dirty="0"/>
              <a:t>; </a:t>
            </a:r>
            <a:r>
              <a:rPr lang="pt-BR" sz="2400" dirty="0" err="1"/>
              <a:t>son</a:t>
            </a:r>
            <a:r>
              <a:rPr lang="pt-BR" sz="2400" dirty="0"/>
              <a:t>; </a:t>
            </a:r>
            <a:r>
              <a:rPr lang="pt-BR" sz="2400" dirty="0" err="1"/>
              <a:t>daughter</a:t>
            </a:r>
            <a:r>
              <a:rPr lang="pt-BR" sz="2400" dirty="0"/>
              <a:t>; </a:t>
            </a:r>
            <a:r>
              <a:rPr lang="pt-BR" sz="2400" dirty="0" err="1"/>
              <a:t>parents</a:t>
            </a:r>
            <a:r>
              <a:rPr lang="pt-BR" sz="2400" dirty="0"/>
              <a:t>; </a:t>
            </a:r>
            <a:r>
              <a:rPr lang="pt-BR" sz="2400" dirty="0" err="1"/>
              <a:t>your</a:t>
            </a:r>
            <a:r>
              <a:rPr lang="pt-BR" sz="2400" dirty="0"/>
              <a:t>; home; </a:t>
            </a:r>
            <a:r>
              <a:rPr lang="pt-BR" sz="2400" dirty="0" err="1"/>
              <a:t>at</a:t>
            </a:r>
            <a:r>
              <a:rPr lang="pt-BR" sz="2400" dirty="0"/>
              <a:t> home; </a:t>
            </a:r>
            <a:r>
              <a:rPr lang="pt-BR" sz="2400" dirty="0" err="1"/>
              <a:t>fish</a:t>
            </a:r>
            <a:r>
              <a:rPr lang="pt-BR" sz="2400" dirty="0"/>
              <a:t>; </a:t>
            </a:r>
            <a:r>
              <a:rPr lang="pt-BR" sz="2400" dirty="0" err="1"/>
              <a:t>meat</a:t>
            </a:r>
            <a:r>
              <a:rPr lang="pt-BR" sz="2400" dirty="0"/>
              <a:t>; </a:t>
            </a:r>
            <a:r>
              <a:rPr lang="pt-BR" sz="2400" dirty="0" err="1"/>
              <a:t>chicken</a:t>
            </a:r>
            <a:r>
              <a:rPr lang="pt-BR" sz="2400" dirty="0"/>
              <a:t>; </a:t>
            </a:r>
            <a:r>
              <a:rPr lang="pt-BR" sz="2400" dirty="0" err="1"/>
              <a:t>bread</a:t>
            </a:r>
            <a:r>
              <a:rPr lang="pt-BR" sz="2400" dirty="0"/>
              <a:t>; </a:t>
            </a:r>
            <a:r>
              <a:rPr lang="pt-BR" sz="2400" dirty="0" err="1"/>
              <a:t>cheese</a:t>
            </a:r>
            <a:r>
              <a:rPr lang="pt-BR" sz="2400" dirty="0"/>
              <a:t>; </a:t>
            </a:r>
            <a:r>
              <a:rPr lang="pt-BR" sz="2400" dirty="0" err="1"/>
              <a:t>ham</a:t>
            </a:r>
            <a:r>
              <a:rPr lang="pt-BR" sz="2400" dirty="0"/>
              <a:t>; </a:t>
            </a:r>
            <a:r>
              <a:rPr lang="pt-BR" sz="2400" dirty="0" err="1"/>
              <a:t>breakfast</a:t>
            </a:r>
            <a:r>
              <a:rPr lang="pt-BR" sz="2400" dirty="0"/>
              <a:t>; </a:t>
            </a:r>
            <a:r>
              <a:rPr lang="pt-BR" sz="2400" dirty="0" err="1"/>
              <a:t>lunch</a:t>
            </a:r>
            <a:r>
              <a:rPr lang="pt-BR" sz="2400" dirty="0"/>
              <a:t>; </a:t>
            </a:r>
            <a:r>
              <a:rPr lang="pt-BR" sz="2400" dirty="0" err="1"/>
              <a:t>dinner</a:t>
            </a:r>
            <a:r>
              <a:rPr lang="pt-BR" sz="2400" dirty="0"/>
              <a:t>; soccer; </a:t>
            </a:r>
            <a:r>
              <a:rPr lang="pt-BR" sz="2400" dirty="0" err="1"/>
              <a:t>cards</a:t>
            </a:r>
            <a:r>
              <a:rPr lang="pt-BR" sz="2400" dirty="0"/>
              <a:t>; </a:t>
            </a:r>
            <a:r>
              <a:rPr lang="pt-BR" sz="2400" dirty="0" err="1"/>
              <a:t>volleyball</a:t>
            </a:r>
            <a:r>
              <a:rPr lang="pt-BR" sz="2400" dirty="0"/>
              <a:t>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TWO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91195" y="53804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For </a:t>
            </a:r>
            <a:r>
              <a:rPr lang="pt-BR" sz="2400" dirty="0" err="1"/>
              <a:t>breakfast</a:t>
            </a:r>
            <a:r>
              <a:rPr lang="pt-BR" sz="2400" dirty="0"/>
              <a:t>; for </a:t>
            </a:r>
            <a:r>
              <a:rPr lang="pt-BR" sz="2400" dirty="0" err="1"/>
              <a:t>lunch</a:t>
            </a:r>
            <a:r>
              <a:rPr lang="pt-BR" sz="2400" dirty="0"/>
              <a:t>; for </a:t>
            </a:r>
            <a:r>
              <a:rPr lang="pt-BR" sz="2400" dirty="0" err="1"/>
              <a:t>dinner</a:t>
            </a:r>
            <a:r>
              <a:rPr lang="pt-BR" sz="2400" dirty="0"/>
              <a:t>; </a:t>
            </a:r>
            <a:r>
              <a:rPr lang="pt-BR" sz="2400" dirty="0" err="1"/>
              <a:t>this</a:t>
            </a:r>
            <a:r>
              <a:rPr lang="pt-BR" sz="2400" dirty="0"/>
              <a:t> </a:t>
            </a:r>
            <a:r>
              <a:rPr lang="pt-BR" sz="2400" dirty="0" err="1"/>
              <a:t>morning</a:t>
            </a:r>
            <a:r>
              <a:rPr lang="pt-BR" sz="2400" dirty="0"/>
              <a:t>; </a:t>
            </a:r>
            <a:r>
              <a:rPr lang="pt-BR" sz="2400" dirty="0" err="1"/>
              <a:t>this</a:t>
            </a:r>
            <a:r>
              <a:rPr lang="pt-BR" sz="2400" dirty="0"/>
              <a:t> </a:t>
            </a:r>
            <a:r>
              <a:rPr lang="pt-BR" sz="2400" dirty="0" err="1"/>
              <a:t>afternoon</a:t>
            </a:r>
            <a:r>
              <a:rPr lang="pt-BR" sz="2400" dirty="0"/>
              <a:t>; </a:t>
            </a:r>
            <a:r>
              <a:rPr lang="pt-BR" sz="2400" dirty="0" err="1"/>
              <a:t>tonight</a:t>
            </a:r>
            <a:r>
              <a:rPr lang="pt-BR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39646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782333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THREE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need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drink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stay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read</a:t>
            </a:r>
            <a:endParaRPr lang="pt-BR" sz="3200" dirty="0"/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6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895" y="2540708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 err="1"/>
              <a:t>Water</a:t>
            </a:r>
            <a:r>
              <a:rPr lang="pt-BR" sz="2400" dirty="0"/>
              <a:t>; </a:t>
            </a:r>
            <a:r>
              <a:rPr lang="pt-BR" sz="2400" dirty="0" err="1"/>
              <a:t>coffee</a:t>
            </a:r>
            <a:r>
              <a:rPr lang="pt-BR" sz="2400" dirty="0"/>
              <a:t>; </a:t>
            </a:r>
            <a:r>
              <a:rPr lang="pt-BR" sz="2400" dirty="0" err="1"/>
              <a:t>milk</a:t>
            </a:r>
            <a:r>
              <a:rPr lang="pt-BR" sz="2400" dirty="0"/>
              <a:t>; </a:t>
            </a:r>
            <a:r>
              <a:rPr lang="pt-BR" sz="2400" dirty="0" err="1"/>
              <a:t>tea</a:t>
            </a:r>
            <a:r>
              <a:rPr lang="pt-BR" sz="2400" dirty="0"/>
              <a:t>; </a:t>
            </a:r>
            <a:r>
              <a:rPr lang="pt-BR" sz="2400" dirty="0" err="1"/>
              <a:t>juice</a:t>
            </a:r>
            <a:r>
              <a:rPr lang="pt-BR" sz="2400" dirty="0"/>
              <a:t>; </a:t>
            </a:r>
            <a:r>
              <a:rPr lang="pt-BR" sz="2400" dirty="0" err="1"/>
              <a:t>beer</a:t>
            </a:r>
            <a:r>
              <a:rPr lang="pt-BR" sz="2400" dirty="0"/>
              <a:t>; in </a:t>
            </a:r>
            <a:r>
              <a:rPr lang="pt-BR" sz="2400" dirty="0" err="1"/>
              <a:t>the</a:t>
            </a:r>
            <a:r>
              <a:rPr lang="pt-BR" sz="2400" dirty="0"/>
              <a:t> office; </a:t>
            </a:r>
            <a:r>
              <a:rPr lang="pt-BR" sz="2400" dirty="0" err="1"/>
              <a:t>house</a:t>
            </a:r>
            <a:r>
              <a:rPr lang="pt-BR" sz="2400" dirty="0"/>
              <a:t>; </a:t>
            </a:r>
            <a:r>
              <a:rPr lang="pt-BR" sz="2400" dirty="0" err="1"/>
              <a:t>alone</a:t>
            </a:r>
            <a:r>
              <a:rPr lang="pt-BR" sz="2400" dirty="0"/>
              <a:t>; </a:t>
            </a:r>
            <a:r>
              <a:rPr lang="pt-BR" sz="2400" dirty="0" err="1"/>
              <a:t>here</a:t>
            </a:r>
            <a:r>
              <a:rPr lang="pt-BR" sz="2400" dirty="0"/>
              <a:t>; </a:t>
            </a:r>
            <a:r>
              <a:rPr lang="pt-BR" sz="2400" dirty="0" err="1"/>
              <a:t>there</a:t>
            </a:r>
            <a:r>
              <a:rPr lang="pt-BR" sz="2400" dirty="0"/>
              <a:t>; </a:t>
            </a:r>
            <a:r>
              <a:rPr lang="pt-BR" sz="2400" dirty="0" err="1"/>
              <a:t>newspaper</a:t>
            </a:r>
            <a:r>
              <a:rPr lang="pt-BR" sz="2400" dirty="0"/>
              <a:t>; magazine; book; </a:t>
            </a:r>
            <a:r>
              <a:rPr lang="pt-BR" sz="2400" dirty="0" err="1"/>
              <a:t>letter</a:t>
            </a:r>
            <a:r>
              <a:rPr lang="pt-BR" sz="2400" dirty="0"/>
              <a:t>; </a:t>
            </a:r>
            <a:r>
              <a:rPr lang="pt-BR" sz="2400" dirty="0" err="1"/>
              <a:t>this</a:t>
            </a:r>
            <a:r>
              <a:rPr lang="pt-BR" sz="2400" dirty="0"/>
              <a:t>; </a:t>
            </a:r>
            <a:r>
              <a:rPr lang="pt-BR" sz="2400" dirty="0" err="1"/>
              <a:t>again</a:t>
            </a:r>
            <a:r>
              <a:rPr lang="pt-BR" sz="2400" dirty="0"/>
              <a:t>; </a:t>
            </a:r>
            <a:r>
              <a:rPr lang="pt-BR" sz="2400" dirty="0" err="1"/>
              <a:t>women</a:t>
            </a:r>
            <a:r>
              <a:rPr lang="pt-BR" sz="2400" dirty="0"/>
              <a:t>; </a:t>
            </a:r>
            <a:r>
              <a:rPr lang="pt-BR" sz="2400" dirty="0" err="1"/>
              <a:t>man</a:t>
            </a:r>
            <a:r>
              <a:rPr lang="pt-BR" sz="2400" dirty="0"/>
              <a:t>; boy; girl.  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THREE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4768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See</a:t>
            </a:r>
            <a:r>
              <a:rPr lang="pt-BR" sz="2400" dirty="0"/>
              <a:t> </a:t>
            </a:r>
            <a:r>
              <a:rPr lang="pt-BR" sz="2400" dirty="0" err="1"/>
              <a:t>you</a:t>
            </a:r>
            <a:r>
              <a:rPr lang="pt-BR" sz="2400" dirty="0"/>
              <a:t> </a:t>
            </a:r>
            <a:r>
              <a:rPr lang="pt-BR" sz="2400" dirty="0" err="1"/>
              <a:t>tomorrow</a:t>
            </a:r>
            <a:r>
              <a:rPr lang="pt-BR" sz="2400" dirty="0"/>
              <a:t>; </a:t>
            </a:r>
            <a:r>
              <a:rPr lang="pt-BR" sz="2400" dirty="0" err="1"/>
              <a:t>see</a:t>
            </a:r>
            <a:r>
              <a:rPr lang="pt-BR" sz="2400" dirty="0"/>
              <a:t> </a:t>
            </a:r>
            <a:r>
              <a:rPr lang="pt-BR" sz="2400" dirty="0" err="1"/>
              <a:t>you</a:t>
            </a:r>
            <a:r>
              <a:rPr lang="pt-BR" sz="2400" dirty="0"/>
              <a:t> </a:t>
            </a:r>
            <a:r>
              <a:rPr lang="pt-BR" sz="2400" dirty="0" err="1"/>
              <a:t>tonight</a:t>
            </a:r>
            <a:r>
              <a:rPr lang="pt-BR" sz="2400" dirty="0"/>
              <a:t>; </a:t>
            </a:r>
            <a:r>
              <a:rPr lang="pt-BR" sz="2400" dirty="0" err="1"/>
              <a:t>see</a:t>
            </a:r>
            <a:r>
              <a:rPr lang="pt-BR" sz="2400" dirty="0"/>
              <a:t> </a:t>
            </a:r>
            <a:r>
              <a:rPr lang="pt-BR" sz="2400" dirty="0" err="1"/>
              <a:t>you</a:t>
            </a:r>
            <a:r>
              <a:rPr lang="pt-BR" sz="2400" dirty="0"/>
              <a:t> later; </a:t>
            </a:r>
            <a:r>
              <a:rPr lang="pt-BR" sz="2400" dirty="0" err="1"/>
              <a:t>see</a:t>
            </a:r>
            <a:r>
              <a:rPr lang="pt-BR" sz="2400" dirty="0"/>
              <a:t> </a:t>
            </a:r>
            <a:r>
              <a:rPr lang="pt-BR" sz="2400" dirty="0" err="1"/>
              <a:t>you</a:t>
            </a:r>
            <a:r>
              <a:rPr lang="pt-BR" sz="2400" dirty="0"/>
              <a:t> </a:t>
            </a:r>
            <a:r>
              <a:rPr lang="pt-BR" sz="2400" dirty="0" err="1"/>
              <a:t>this</a:t>
            </a:r>
            <a:r>
              <a:rPr lang="pt-BR" sz="2400" dirty="0"/>
              <a:t> </a:t>
            </a:r>
            <a:r>
              <a:rPr lang="pt-BR" sz="2400" dirty="0" err="1"/>
              <a:t>afternoon</a:t>
            </a:r>
            <a:r>
              <a:rPr lang="pt-BR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24500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7686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FOUR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like</a:t>
            </a:r>
            <a:r>
              <a:rPr lang="pt-BR" sz="3200" dirty="0"/>
              <a:t>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write</a:t>
            </a:r>
            <a:r>
              <a:rPr lang="pt-BR" sz="3200" dirty="0"/>
              <a:t>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learn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47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95" y="2531650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 err="1"/>
              <a:t>When</a:t>
            </a:r>
            <a:r>
              <a:rPr lang="pt-BR" sz="2400" dirty="0"/>
              <a:t>; </a:t>
            </a:r>
            <a:r>
              <a:rPr lang="pt-BR" sz="2400" dirty="0" err="1"/>
              <a:t>sometimes</a:t>
            </a:r>
            <a:r>
              <a:rPr lang="pt-BR" sz="2400" dirty="0"/>
              <a:t>; </a:t>
            </a:r>
            <a:r>
              <a:rPr lang="pt-BR" sz="2400" dirty="0" err="1"/>
              <a:t>how</a:t>
            </a:r>
            <a:r>
              <a:rPr lang="pt-BR" sz="2400" dirty="0"/>
              <a:t>; </a:t>
            </a:r>
            <a:r>
              <a:rPr lang="pt-BR" sz="2400" dirty="0" err="1"/>
              <a:t>fruit</a:t>
            </a:r>
            <a:r>
              <a:rPr lang="pt-BR" sz="2400" dirty="0"/>
              <a:t>; </a:t>
            </a:r>
            <a:r>
              <a:rPr lang="pt-BR" sz="2400" dirty="0" err="1"/>
              <a:t>wine</a:t>
            </a:r>
            <a:r>
              <a:rPr lang="pt-BR" sz="2400" dirty="0"/>
              <a:t>; </a:t>
            </a:r>
            <a:r>
              <a:rPr lang="pt-BR" sz="2400" dirty="0" err="1"/>
              <a:t>postcard</a:t>
            </a:r>
            <a:r>
              <a:rPr lang="pt-BR" sz="2400" dirty="0"/>
              <a:t>; </a:t>
            </a:r>
            <a:r>
              <a:rPr lang="pt-BR" sz="2400" dirty="0" err="1"/>
              <a:t>German</a:t>
            </a:r>
            <a:r>
              <a:rPr lang="pt-BR" sz="2400" dirty="0"/>
              <a:t>; </a:t>
            </a:r>
            <a:r>
              <a:rPr lang="pt-BR" sz="2400" dirty="0" err="1"/>
              <a:t>French</a:t>
            </a:r>
            <a:r>
              <a:rPr lang="pt-BR" sz="2400" dirty="0"/>
              <a:t>; </a:t>
            </a:r>
            <a:r>
              <a:rPr lang="pt-BR" sz="2400" dirty="0" err="1"/>
              <a:t>relative</a:t>
            </a:r>
            <a:r>
              <a:rPr lang="pt-BR" sz="2400" dirty="0"/>
              <a:t>; </a:t>
            </a:r>
            <a:r>
              <a:rPr lang="pt-BR" sz="2400" dirty="0" err="1"/>
              <a:t>school</a:t>
            </a:r>
            <a:r>
              <a:rPr lang="pt-BR" sz="2400" dirty="0"/>
              <a:t>; </a:t>
            </a:r>
            <a:r>
              <a:rPr lang="pt-BR" sz="2400" dirty="0" err="1"/>
              <a:t>store</a:t>
            </a:r>
            <a:r>
              <a:rPr lang="pt-BR" sz="2400" dirty="0"/>
              <a:t>; </a:t>
            </a:r>
            <a:r>
              <a:rPr lang="pt-BR" sz="2400" dirty="0" err="1"/>
              <a:t>noon</a:t>
            </a:r>
            <a:r>
              <a:rPr lang="pt-BR" sz="2400" dirty="0"/>
              <a:t>; rice; </a:t>
            </a:r>
            <a:r>
              <a:rPr lang="pt-BR" sz="2400" dirty="0" err="1"/>
              <a:t>beans</a:t>
            </a:r>
            <a:r>
              <a:rPr lang="pt-BR" sz="2400" dirty="0"/>
              <a:t>; </a:t>
            </a:r>
            <a:r>
              <a:rPr lang="pt-BR" sz="2400" dirty="0" err="1"/>
              <a:t>salad</a:t>
            </a:r>
            <a:r>
              <a:rPr lang="pt-BR" sz="2400" dirty="0"/>
              <a:t>; </a:t>
            </a:r>
            <a:r>
              <a:rPr lang="pt-BR" sz="2400" dirty="0" err="1"/>
              <a:t>but</a:t>
            </a:r>
            <a:r>
              <a:rPr lang="pt-BR" sz="2400" dirty="0"/>
              <a:t>; or.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4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FOUR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77943" y="5081355"/>
            <a:ext cx="8596668" cy="1338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weekend; </a:t>
            </a:r>
            <a:r>
              <a:rPr lang="pt-BR" sz="2400" dirty="0" err="1"/>
              <a:t>very</a:t>
            </a:r>
            <a:r>
              <a:rPr lang="pt-BR" sz="2400" dirty="0"/>
              <a:t> </a:t>
            </a:r>
            <a:r>
              <a:rPr lang="pt-BR" sz="2400" dirty="0" err="1"/>
              <a:t>much</a:t>
            </a:r>
            <a:r>
              <a:rPr lang="pt-BR" sz="2400" dirty="0"/>
              <a:t>; a </a:t>
            </a:r>
            <a:r>
              <a:rPr lang="pt-BR" sz="2400" dirty="0" err="1"/>
              <a:t>lot</a:t>
            </a:r>
            <a:r>
              <a:rPr lang="pt-BR" sz="2400" dirty="0"/>
              <a:t>; </a:t>
            </a:r>
            <a:r>
              <a:rPr lang="pt-BR" sz="2400" dirty="0" err="1"/>
              <a:t>days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week</a:t>
            </a:r>
            <a:r>
              <a:rPr lang="pt-BR" sz="2400" dirty="0"/>
              <a:t>; </a:t>
            </a:r>
            <a:r>
              <a:rPr lang="pt-BR" sz="2400" dirty="0" err="1"/>
              <a:t>Sunday</a:t>
            </a:r>
            <a:r>
              <a:rPr lang="pt-BR" sz="2400" dirty="0"/>
              <a:t>; </a:t>
            </a:r>
            <a:r>
              <a:rPr lang="pt-BR" sz="2400" dirty="0" err="1"/>
              <a:t>Monday</a:t>
            </a:r>
            <a:r>
              <a:rPr lang="pt-BR" sz="2400" dirty="0"/>
              <a:t>; </a:t>
            </a:r>
            <a:r>
              <a:rPr lang="pt-BR" sz="2400" dirty="0" err="1"/>
              <a:t>Tuesday</a:t>
            </a:r>
            <a:r>
              <a:rPr lang="pt-BR" sz="2400" dirty="0"/>
              <a:t> </a:t>
            </a:r>
            <a:r>
              <a:rPr lang="pt-BR" sz="2400" dirty="0" err="1"/>
              <a:t>Wednesday</a:t>
            </a:r>
            <a:r>
              <a:rPr lang="pt-BR" sz="2400" dirty="0"/>
              <a:t>; </a:t>
            </a:r>
            <a:r>
              <a:rPr lang="pt-BR" sz="2400" dirty="0" err="1"/>
              <a:t>Thursday</a:t>
            </a:r>
            <a:r>
              <a:rPr lang="pt-BR" sz="2400" dirty="0"/>
              <a:t>; Friday; </a:t>
            </a:r>
            <a:r>
              <a:rPr lang="pt-BR" sz="2400" dirty="0" err="1"/>
              <a:t>Saturday</a:t>
            </a:r>
            <a:r>
              <a:rPr lang="pt-BR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15484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20855" y="1332151"/>
            <a:ext cx="2383918" cy="973680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FFFF00"/>
                </a:solidFill>
              </a:rPr>
              <a:t>REVIEW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FIVE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260625" y="5062882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like</a:t>
            </a:r>
            <a:r>
              <a:rPr lang="pt-BR" sz="3200" dirty="0"/>
              <a:t>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write</a:t>
            </a:r>
            <a:r>
              <a:rPr lang="pt-BR" sz="3200" dirty="0"/>
              <a:t>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learn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260625" y="2587471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Want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Work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speak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Study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260625" y="345499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have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sleep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eat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play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260625" y="4254845"/>
            <a:ext cx="8596313" cy="672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need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drink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stay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read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79135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6" y="1192015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REVIEW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19653" y="5387292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 err="1"/>
              <a:t>When</a:t>
            </a:r>
            <a:r>
              <a:rPr lang="pt-BR" sz="2400" dirty="0"/>
              <a:t>; </a:t>
            </a:r>
            <a:r>
              <a:rPr lang="pt-BR" sz="2400" dirty="0" err="1"/>
              <a:t>sometimes</a:t>
            </a:r>
            <a:r>
              <a:rPr lang="pt-BR" sz="2400" dirty="0"/>
              <a:t>; </a:t>
            </a:r>
            <a:r>
              <a:rPr lang="pt-BR" sz="2400" dirty="0" err="1"/>
              <a:t>how</a:t>
            </a:r>
            <a:r>
              <a:rPr lang="pt-BR" sz="2400" dirty="0"/>
              <a:t>; </a:t>
            </a:r>
            <a:r>
              <a:rPr lang="pt-BR" sz="2400" dirty="0" err="1"/>
              <a:t>fruit</a:t>
            </a:r>
            <a:r>
              <a:rPr lang="pt-BR" sz="2400" dirty="0"/>
              <a:t>; </a:t>
            </a:r>
            <a:r>
              <a:rPr lang="pt-BR" sz="2400" dirty="0" err="1"/>
              <a:t>wine</a:t>
            </a:r>
            <a:r>
              <a:rPr lang="pt-BR" sz="2400" dirty="0"/>
              <a:t>; </a:t>
            </a:r>
            <a:r>
              <a:rPr lang="pt-BR" sz="2400" dirty="0" err="1"/>
              <a:t>postcard</a:t>
            </a:r>
            <a:r>
              <a:rPr lang="pt-BR" sz="2400" dirty="0"/>
              <a:t>; </a:t>
            </a:r>
            <a:r>
              <a:rPr lang="pt-BR" sz="2400" dirty="0" err="1"/>
              <a:t>German</a:t>
            </a:r>
            <a:r>
              <a:rPr lang="pt-BR" sz="2400" dirty="0"/>
              <a:t>; </a:t>
            </a:r>
            <a:r>
              <a:rPr lang="pt-BR" sz="2400" dirty="0" err="1"/>
              <a:t>French</a:t>
            </a:r>
            <a:r>
              <a:rPr lang="pt-BR" sz="2400" dirty="0"/>
              <a:t>; </a:t>
            </a:r>
            <a:r>
              <a:rPr lang="pt-BR" sz="2400" dirty="0" err="1"/>
              <a:t>relative</a:t>
            </a:r>
            <a:r>
              <a:rPr lang="pt-BR" sz="2400" dirty="0"/>
              <a:t>; </a:t>
            </a:r>
            <a:r>
              <a:rPr lang="pt-BR" sz="2400" dirty="0" err="1"/>
              <a:t>school</a:t>
            </a:r>
            <a:r>
              <a:rPr lang="pt-BR" sz="2400" dirty="0"/>
              <a:t>; </a:t>
            </a:r>
            <a:r>
              <a:rPr lang="pt-BR" sz="2400" dirty="0" err="1"/>
              <a:t>store</a:t>
            </a:r>
            <a:r>
              <a:rPr lang="pt-BR" sz="2400" dirty="0"/>
              <a:t>; </a:t>
            </a:r>
            <a:r>
              <a:rPr lang="pt-BR" sz="2400" dirty="0" err="1"/>
              <a:t>noon</a:t>
            </a:r>
            <a:r>
              <a:rPr lang="pt-BR" sz="2400" dirty="0"/>
              <a:t>; rice; </a:t>
            </a:r>
            <a:r>
              <a:rPr lang="pt-BR" sz="2400" dirty="0" err="1"/>
              <a:t>beans</a:t>
            </a:r>
            <a:r>
              <a:rPr lang="pt-BR" sz="2400" dirty="0"/>
              <a:t>; </a:t>
            </a:r>
            <a:r>
              <a:rPr lang="pt-BR" sz="2400" dirty="0" err="1"/>
              <a:t>salad</a:t>
            </a:r>
            <a:r>
              <a:rPr lang="pt-BR" sz="2400" dirty="0"/>
              <a:t>; </a:t>
            </a:r>
            <a:r>
              <a:rPr lang="pt-BR" sz="2400" dirty="0" err="1"/>
              <a:t>but</a:t>
            </a:r>
            <a:r>
              <a:rPr lang="pt-BR" sz="2400" dirty="0"/>
              <a:t>; or.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pt-BR" sz="3200" dirty="0">
              <a:solidFill>
                <a:srgbClr val="FFFF00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FIVE </a:t>
            </a:r>
          </a:p>
        </p:txBody>
      </p:sp>
      <p:sp>
        <p:nvSpPr>
          <p:cNvPr id="10" name="Espaço Reservado para Conteúdo 2"/>
          <p:cNvSpPr txBox="1">
            <a:spLocks/>
          </p:cNvSpPr>
          <p:nvPr/>
        </p:nvSpPr>
        <p:spPr>
          <a:xfrm>
            <a:off x="419653" y="2934440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Manager; </a:t>
            </a:r>
            <a:r>
              <a:rPr lang="pt-BR" sz="2400" dirty="0" err="1"/>
              <a:t>boss</a:t>
            </a:r>
            <a:r>
              <a:rPr lang="pt-BR" sz="2400" dirty="0"/>
              <a:t>; </a:t>
            </a:r>
            <a:r>
              <a:rPr lang="pt-BR" sz="2400" dirty="0" err="1"/>
              <a:t>client</a:t>
            </a:r>
            <a:r>
              <a:rPr lang="pt-BR" sz="2400" dirty="0"/>
              <a:t>; </a:t>
            </a:r>
            <a:r>
              <a:rPr lang="pt-BR" sz="2400" dirty="0" err="1"/>
              <a:t>children</a:t>
            </a:r>
            <a:r>
              <a:rPr lang="pt-BR" sz="2400" dirty="0"/>
              <a:t>; </a:t>
            </a:r>
            <a:r>
              <a:rPr lang="pt-BR" sz="2400" dirty="0" err="1"/>
              <a:t>son</a:t>
            </a:r>
            <a:r>
              <a:rPr lang="pt-BR" sz="2400" dirty="0"/>
              <a:t>; </a:t>
            </a:r>
            <a:r>
              <a:rPr lang="pt-BR" sz="2400" dirty="0" err="1"/>
              <a:t>daughter</a:t>
            </a:r>
            <a:r>
              <a:rPr lang="pt-BR" sz="2400" dirty="0"/>
              <a:t>; </a:t>
            </a:r>
            <a:r>
              <a:rPr lang="pt-BR" sz="2400" dirty="0" err="1"/>
              <a:t>parents</a:t>
            </a:r>
            <a:r>
              <a:rPr lang="pt-BR" sz="2400" dirty="0"/>
              <a:t>; </a:t>
            </a:r>
            <a:r>
              <a:rPr lang="pt-BR" sz="2400" dirty="0" err="1"/>
              <a:t>your</a:t>
            </a:r>
            <a:r>
              <a:rPr lang="pt-BR" sz="2400" dirty="0"/>
              <a:t>; home; </a:t>
            </a:r>
            <a:r>
              <a:rPr lang="pt-BR" sz="2400" dirty="0" err="1"/>
              <a:t>at</a:t>
            </a:r>
            <a:r>
              <a:rPr lang="pt-BR" sz="2400" dirty="0"/>
              <a:t> home; </a:t>
            </a:r>
            <a:r>
              <a:rPr lang="pt-BR" sz="2400" dirty="0" err="1"/>
              <a:t>fish</a:t>
            </a:r>
            <a:r>
              <a:rPr lang="pt-BR" sz="2400" dirty="0"/>
              <a:t>; </a:t>
            </a:r>
            <a:r>
              <a:rPr lang="pt-BR" sz="2400" dirty="0" err="1"/>
              <a:t>meat</a:t>
            </a:r>
            <a:r>
              <a:rPr lang="pt-BR" sz="2400" dirty="0"/>
              <a:t>; </a:t>
            </a:r>
            <a:r>
              <a:rPr lang="pt-BR" sz="2400" dirty="0" err="1"/>
              <a:t>chicken</a:t>
            </a:r>
            <a:r>
              <a:rPr lang="pt-BR" sz="2400" dirty="0"/>
              <a:t>; </a:t>
            </a:r>
            <a:r>
              <a:rPr lang="pt-BR" sz="2400" dirty="0" err="1"/>
              <a:t>bread</a:t>
            </a:r>
            <a:r>
              <a:rPr lang="pt-BR" sz="2400" dirty="0"/>
              <a:t>; </a:t>
            </a:r>
            <a:r>
              <a:rPr lang="pt-BR" sz="2400" dirty="0" err="1"/>
              <a:t>cheese</a:t>
            </a:r>
            <a:r>
              <a:rPr lang="pt-BR" sz="2400" dirty="0"/>
              <a:t>; </a:t>
            </a:r>
            <a:r>
              <a:rPr lang="pt-BR" sz="2400" dirty="0" err="1"/>
              <a:t>ham</a:t>
            </a:r>
            <a:r>
              <a:rPr lang="pt-BR" sz="2400" dirty="0"/>
              <a:t>; </a:t>
            </a:r>
            <a:r>
              <a:rPr lang="pt-BR" sz="2400" dirty="0" err="1"/>
              <a:t>breakfast</a:t>
            </a:r>
            <a:r>
              <a:rPr lang="pt-BR" sz="2400" dirty="0"/>
              <a:t>; </a:t>
            </a:r>
            <a:r>
              <a:rPr lang="pt-BR" sz="2400" dirty="0" err="1"/>
              <a:t>lunch</a:t>
            </a:r>
            <a:r>
              <a:rPr lang="pt-BR" sz="2400" dirty="0"/>
              <a:t>; </a:t>
            </a:r>
            <a:r>
              <a:rPr lang="pt-BR" sz="2400" dirty="0" err="1"/>
              <a:t>dinner</a:t>
            </a:r>
            <a:r>
              <a:rPr lang="pt-BR" sz="2400" dirty="0"/>
              <a:t>; soccer; </a:t>
            </a:r>
            <a:r>
              <a:rPr lang="pt-BR" sz="2400" dirty="0" err="1"/>
              <a:t>cards</a:t>
            </a:r>
            <a:r>
              <a:rPr lang="pt-BR" sz="2400" dirty="0"/>
              <a:t>; </a:t>
            </a:r>
            <a:r>
              <a:rPr lang="pt-BR" sz="2400" dirty="0" err="1"/>
              <a:t>volleyball</a:t>
            </a:r>
            <a:r>
              <a:rPr lang="pt-BR" sz="2400" dirty="0"/>
              <a:t>.   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419653" y="180195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I; </a:t>
            </a:r>
            <a:r>
              <a:rPr lang="pt-BR" sz="2400" dirty="0" err="1"/>
              <a:t>Today</a:t>
            </a:r>
            <a:r>
              <a:rPr lang="pt-BR" sz="2400" dirty="0"/>
              <a:t>; </a:t>
            </a:r>
            <a:r>
              <a:rPr lang="pt-BR" sz="2400" dirty="0" err="1"/>
              <a:t>You</a:t>
            </a:r>
            <a:r>
              <a:rPr lang="pt-BR" sz="2400" dirty="0"/>
              <a:t>; </a:t>
            </a:r>
            <a:r>
              <a:rPr lang="pt-BR" sz="2400" dirty="0" err="1"/>
              <a:t>Tomorrow</a:t>
            </a:r>
            <a:r>
              <a:rPr lang="pt-BR" sz="2400" dirty="0"/>
              <a:t>; </a:t>
            </a:r>
            <a:r>
              <a:rPr lang="pt-BR" sz="2400" dirty="0" err="1"/>
              <a:t>English</a:t>
            </a:r>
            <a:r>
              <a:rPr lang="pt-BR" sz="2400" dirty="0"/>
              <a:t>; </a:t>
            </a:r>
            <a:r>
              <a:rPr lang="pt-BR" sz="2400" dirty="0" err="1"/>
              <a:t>Portuguese</a:t>
            </a:r>
            <a:r>
              <a:rPr lang="pt-BR" sz="2400" dirty="0"/>
              <a:t>; Spanish; </a:t>
            </a:r>
            <a:r>
              <a:rPr lang="pt-BR" sz="2400" dirty="0" err="1"/>
              <a:t>with</a:t>
            </a:r>
            <a:r>
              <a:rPr lang="pt-BR" sz="2400" dirty="0"/>
              <a:t>; </a:t>
            </a:r>
            <a:r>
              <a:rPr lang="pt-BR" sz="2400" dirty="0" err="1"/>
              <a:t>my</a:t>
            </a:r>
            <a:r>
              <a:rPr lang="pt-BR" sz="2400" dirty="0"/>
              <a:t>; </a:t>
            </a:r>
            <a:r>
              <a:rPr lang="pt-BR" sz="2400" dirty="0" err="1"/>
              <a:t>and</a:t>
            </a:r>
            <a:r>
              <a:rPr lang="pt-BR" sz="2400" dirty="0"/>
              <a:t>; Family; </a:t>
            </a:r>
            <a:r>
              <a:rPr lang="pt-BR" sz="2400" dirty="0" err="1"/>
              <a:t>Father</a:t>
            </a:r>
            <a:r>
              <a:rPr lang="pt-BR" sz="2400" dirty="0"/>
              <a:t>, </a:t>
            </a:r>
            <a:r>
              <a:rPr lang="pt-BR" sz="2400" dirty="0" err="1"/>
              <a:t>Mother</a:t>
            </a:r>
            <a:r>
              <a:rPr lang="pt-BR" sz="2400" dirty="0"/>
              <a:t>; </a:t>
            </a:r>
            <a:r>
              <a:rPr lang="pt-BR" sz="2400" dirty="0" err="1"/>
              <a:t>sister</a:t>
            </a:r>
            <a:r>
              <a:rPr lang="pt-BR" sz="2400" dirty="0"/>
              <a:t>; Brother; </a:t>
            </a:r>
            <a:r>
              <a:rPr lang="pt-BR" sz="2400" dirty="0" err="1"/>
              <a:t>friend</a:t>
            </a:r>
            <a:r>
              <a:rPr lang="pt-BR" sz="2400" dirty="0"/>
              <a:t>.</a:t>
            </a:r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419653" y="4255483"/>
            <a:ext cx="8596668" cy="1422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Water</a:t>
            </a:r>
            <a:r>
              <a:rPr lang="pt-BR" sz="2400" dirty="0"/>
              <a:t>; </a:t>
            </a:r>
            <a:r>
              <a:rPr lang="pt-BR" sz="2400" dirty="0" err="1"/>
              <a:t>coffee</a:t>
            </a:r>
            <a:r>
              <a:rPr lang="pt-BR" sz="2400" dirty="0"/>
              <a:t>; </a:t>
            </a:r>
            <a:r>
              <a:rPr lang="pt-BR" sz="2400" dirty="0" err="1"/>
              <a:t>milk</a:t>
            </a:r>
            <a:r>
              <a:rPr lang="pt-BR" sz="2400" dirty="0"/>
              <a:t>; </a:t>
            </a:r>
            <a:r>
              <a:rPr lang="pt-BR" sz="2400" dirty="0" err="1"/>
              <a:t>tea</a:t>
            </a:r>
            <a:r>
              <a:rPr lang="pt-BR" sz="2400" dirty="0"/>
              <a:t>; </a:t>
            </a:r>
            <a:r>
              <a:rPr lang="pt-BR" sz="2400" dirty="0" err="1"/>
              <a:t>juice</a:t>
            </a:r>
            <a:r>
              <a:rPr lang="pt-BR" sz="2400" dirty="0"/>
              <a:t>; </a:t>
            </a:r>
            <a:r>
              <a:rPr lang="pt-BR" sz="2400" dirty="0" err="1"/>
              <a:t>beer</a:t>
            </a:r>
            <a:r>
              <a:rPr lang="pt-BR" sz="2400" dirty="0"/>
              <a:t>; in </a:t>
            </a:r>
            <a:r>
              <a:rPr lang="pt-BR" sz="2400" dirty="0" err="1"/>
              <a:t>the</a:t>
            </a:r>
            <a:r>
              <a:rPr lang="pt-BR" sz="2400" dirty="0"/>
              <a:t> office; </a:t>
            </a:r>
            <a:r>
              <a:rPr lang="pt-BR" sz="2400" dirty="0" err="1"/>
              <a:t>house</a:t>
            </a:r>
            <a:r>
              <a:rPr lang="pt-BR" sz="2400" dirty="0"/>
              <a:t>; </a:t>
            </a:r>
            <a:r>
              <a:rPr lang="pt-BR" sz="2400" dirty="0" err="1"/>
              <a:t>alone</a:t>
            </a:r>
            <a:r>
              <a:rPr lang="pt-BR" sz="2400" dirty="0"/>
              <a:t>; </a:t>
            </a:r>
            <a:r>
              <a:rPr lang="pt-BR" sz="2400" dirty="0" err="1"/>
              <a:t>here</a:t>
            </a:r>
            <a:r>
              <a:rPr lang="pt-BR" sz="2400" dirty="0"/>
              <a:t>; </a:t>
            </a:r>
            <a:r>
              <a:rPr lang="pt-BR" sz="2400" dirty="0" err="1"/>
              <a:t>there</a:t>
            </a:r>
            <a:r>
              <a:rPr lang="pt-BR" sz="2400" dirty="0"/>
              <a:t>; </a:t>
            </a:r>
            <a:r>
              <a:rPr lang="pt-BR" sz="2400" dirty="0" err="1"/>
              <a:t>newspaper</a:t>
            </a:r>
            <a:r>
              <a:rPr lang="pt-BR" sz="2400" dirty="0"/>
              <a:t>; magazine; book; </a:t>
            </a:r>
            <a:r>
              <a:rPr lang="pt-BR" sz="2400" dirty="0" err="1"/>
              <a:t>letter</a:t>
            </a:r>
            <a:r>
              <a:rPr lang="pt-BR" sz="2400" dirty="0"/>
              <a:t>; </a:t>
            </a:r>
            <a:r>
              <a:rPr lang="pt-BR" sz="2400" dirty="0" err="1"/>
              <a:t>this</a:t>
            </a:r>
            <a:r>
              <a:rPr lang="pt-BR" sz="2400" dirty="0"/>
              <a:t>; </a:t>
            </a:r>
            <a:r>
              <a:rPr lang="pt-BR" sz="2400" dirty="0" err="1"/>
              <a:t>again</a:t>
            </a:r>
            <a:r>
              <a:rPr lang="pt-BR" sz="2400" dirty="0"/>
              <a:t>; </a:t>
            </a:r>
            <a:r>
              <a:rPr lang="pt-BR" sz="2400" dirty="0" err="1"/>
              <a:t>women</a:t>
            </a:r>
            <a:r>
              <a:rPr lang="pt-BR" sz="2400" dirty="0"/>
              <a:t>; </a:t>
            </a:r>
            <a:r>
              <a:rPr lang="pt-BR" sz="2400" dirty="0" err="1"/>
              <a:t>man</a:t>
            </a:r>
            <a:r>
              <a:rPr lang="pt-BR" sz="2400" dirty="0"/>
              <a:t>; boy; girl.</a:t>
            </a:r>
          </a:p>
        </p:txBody>
      </p:sp>
    </p:spTree>
    <p:extLst>
      <p:ext uri="{BB962C8B-B14F-4D97-AF65-F5344CB8AC3E}">
        <p14:creationId xmlns:p14="http://schemas.microsoft.com/office/powerpoint/2010/main" val="4225975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6924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SIX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prefer</a:t>
            </a:r>
            <a:r>
              <a:rPr lang="pt-BR" sz="3200" dirty="0"/>
              <a:t>  -</a:t>
            </a:r>
            <a:r>
              <a:rPr lang="pt-BR" sz="3200" dirty="0" err="1"/>
              <a:t>to</a:t>
            </a:r>
            <a:r>
              <a:rPr lang="pt-BR" sz="3200" dirty="0"/>
              <a:t> go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visit</a:t>
            </a:r>
            <a:r>
              <a:rPr lang="pt-BR" sz="3200" dirty="0"/>
              <a:t> – </a:t>
            </a:r>
            <a:r>
              <a:rPr lang="pt-BR" sz="3200" dirty="0" err="1"/>
              <a:t>to</a:t>
            </a:r>
            <a:r>
              <a:rPr lang="pt-BR" sz="3200" dirty="0"/>
              <a:t> help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0356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95" y="2531650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 err="1"/>
              <a:t>Movies</a:t>
            </a:r>
            <a:r>
              <a:rPr lang="pt-BR" sz="2400" dirty="0"/>
              <a:t>; </a:t>
            </a:r>
            <a:r>
              <a:rPr lang="pt-BR" sz="2400" dirty="0" err="1"/>
              <a:t>church</a:t>
            </a:r>
            <a:r>
              <a:rPr lang="pt-BR" sz="2400" dirty="0"/>
              <a:t>; </a:t>
            </a:r>
            <a:r>
              <a:rPr lang="pt-BR" sz="2400" dirty="0" err="1"/>
              <a:t>bank</a:t>
            </a:r>
            <a:r>
              <a:rPr lang="pt-BR" sz="2400" dirty="0"/>
              <a:t>; </a:t>
            </a:r>
            <a:r>
              <a:rPr lang="pt-BR" sz="2400" dirty="0" err="1"/>
              <a:t>downtown</a:t>
            </a:r>
            <a:r>
              <a:rPr lang="pt-BR" sz="2400" dirty="0"/>
              <a:t>; </a:t>
            </a:r>
            <a:r>
              <a:rPr lang="pt-BR" sz="2400" dirty="0" err="1"/>
              <a:t>airport</a:t>
            </a:r>
            <a:r>
              <a:rPr lang="pt-BR" sz="2400" dirty="0"/>
              <a:t>; </a:t>
            </a:r>
            <a:r>
              <a:rPr lang="pt-BR" sz="2400" dirty="0" err="1"/>
              <a:t>beach</a:t>
            </a:r>
            <a:r>
              <a:rPr lang="pt-BR" sz="2400" dirty="0"/>
              <a:t>; </a:t>
            </a:r>
            <a:r>
              <a:rPr lang="pt-BR" sz="2400" dirty="0" err="1"/>
              <a:t>drugstore</a:t>
            </a:r>
            <a:r>
              <a:rPr lang="pt-BR" sz="2400" dirty="0"/>
              <a:t>; post office; </a:t>
            </a:r>
            <a:r>
              <a:rPr lang="pt-BR" sz="2400" dirty="0" err="1"/>
              <a:t>restaurant</a:t>
            </a:r>
            <a:r>
              <a:rPr lang="pt-BR" sz="2400" dirty="0"/>
              <a:t>; </a:t>
            </a:r>
            <a:r>
              <a:rPr lang="pt-BR" sz="2400" dirty="0" err="1"/>
              <a:t>doctor</a:t>
            </a:r>
            <a:r>
              <a:rPr lang="pt-BR" sz="2400" dirty="0"/>
              <a:t>; </a:t>
            </a:r>
            <a:r>
              <a:rPr lang="pt-BR" sz="2400" dirty="0" err="1"/>
              <a:t>dentist</a:t>
            </a:r>
            <a:r>
              <a:rPr lang="pt-BR" sz="2400" dirty="0"/>
              <a:t>; </a:t>
            </a:r>
            <a:r>
              <a:rPr lang="pt-BR" sz="2400" dirty="0" err="1"/>
              <a:t>teacher</a:t>
            </a:r>
            <a:r>
              <a:rPr lang="pt-BR" sz="2400" dirty="0"/>
              <a:t>; </a:t>
            </a:r>
            <a:r>
              <a:rPr lang="pt-BR" sz="2400" dirty="0" err="1"/>
              <a:t>husband</a:t>
            </a:r>
            <a:r>
              <a:rPr lang="pt-BR" sz="2400" dirty="0"/>
              <a:t>; </a:t>
            </a:r>
            <a:r>
              <a:rPr lang="pt-BR" sz="2400" dirty="0" err="1"/>
              <a:t>boyfriend</a:t>
            </a:r>
            <a:r>
              <a:rPr lang="pt-BR" sz="2400" dirty="0"/>
              <a:t>; </a:t>
            </a:r>
            <a:r>
              <a:rPr lang="pt-BR" sz="2400" dirty="0" err="1"/>
              <a:t>girlfriend</a:t>
            </a:r>
            <a:r>
              <a:rPr lang="pt-BR" sz="2400" dirty="0"/>
              <a:t>; </a:t>
            </a:r>
            <a:r>
              <a:rPr lang="pt-BR" sz="2400" dirty="0" err="1"/>
              <a:t>what</a:t>
            </a:r>
            <a:r>
              <a:rPr lang="pt-BR" sz="2400" dirty="0"/>
              <a:t>; </a:t>
            </a:r>
            <a:r>
              <a:rPr lang="pt-BR" sz="2400" dirty="0" err="1"/>
              <a:t>where</a:t>
            </a:r>
            <a:r>
              <a:rPr lang="pt-BR" sz="2400" dirty="0"/>
              <a:t>; </a:t>
            </a:r>
            <a:r>
              <a:rPr lang="pt-BR" sz="2400" dirty="0" err="1"/>
              <a:t>usually</a:t>
            </a:r>
            <a:r>
              <a:rPr lang="pt-BR" sz="2400" dirty="0"/>
              <a:t>; </a:t>
            </a:r>
            <a:r>
              <a:rPr lang="pt-BR" sz="2400" dirty="0" err="1"/>
              <a:t>always</a:t>
            </a:r>
            <a:r>
              <a:rPr lang="pt-BR" sz="2400" dirty="0"/>
              <a:t>; </a:t>
            </a:r>
            <a:r>
              <a:rPr lang="pt-BR" sz="2400" dirty="0" err="1"/>
              <a:t>never</a:t>
            </a:r>
            <a:r>
              <a:rPr lang="pt-BR" sz="2400" dirty="0"/>
              <a:t>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SIX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77943" y="5081355"/>
            <a:ext cx="8596668" cy="1338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Everyday</a:t>
            </a:r>
            <a:r>
              <a:rPr lang="pt-BR" sz="2400" dirty="0"/>
              <a:t>; </a:t>
            </a:r>
            <a:r>
              <a:rPr lang="pt-BR" sz="2400" dirty="0" err="1"/>
              <a:t>every</a:t>
            </a:r>
            <a:r>
              <a:rPr lang="pt-BR" sz="2400" dirty="0"/>
              <a:t> </a:t>
            </a:r>
            <a:r>
              <a:rPr lang="pt-BR" sz="2400" dirty="0" err="1"/>
              <a:t>morning</a:t>
            </a:r>
            <a:r>
              <a:rPr lang="pt-BR" sz="2400" dirty="0"/>
              <a:t>; </a:t>
            </a:r>
            <a:r>
              <a:rPr lang="pt-BR" sz="2400" dirty="0" err="1"/>
              <a:t>every</a:t>
            </a:r>
            <a:r>
              <a:rPr lang="pt-BR" sz="2400" dirty="0"/>
              <a:t> </a:t>
            </a:r>
            <a:r>
              <a:rPr lang="pt-BR" sz="2400" dirty="0" err="1"/>
              <a:t>afternoon</a:t>
            </a:r>
            <a:r>
              <a:rPr lang="pt-BR" sz="2400" dirty="0"/>
              <a:t>; </a:t>
            </a:r>
            <a:r>
              <a:rPr lang="pt-BR" sz="2400" dirty="0" err="1"/>
              <a:t>every</a:t>
            </a:r>
            <a:r>
              <a:rPr lang="pt-BR" sz="2400" dirty="0"/>
              <a:t> </a:t>
            </a:r>
            <a:r>
              <a:rPr lang="pt-BR" sz="2400" dirty="0" err="1"/>
              <a:t>night</a:t>
            </a:r>
            <a:r>
              <a:rPr lang="pt-BR" sz="2400" dirty="0"/>
              <a:t>; </a:t>
            </a:r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way</a:t>
            </a:r>
            <a:r>
              <a:rPr lang="pt-BR" sz="2400" dirty="0"/>
              <a:t>; I </a:t>
            </a:r>
            <a:r>
              <a:rPr lang="pt-BR" sz="2400" dirty="0" err="1"/>
              <a:t>see</a:t>
            </a:r>
            <a:r>
              <a:rPr lang="pt-BR" sz="2400" dirty="0"/>
              <a:t>; </a:t>
            </a:r>
            <a:r>
              <a:rPr lang="pt-BR" sz="2400" dirty="0" err="1"/>
              <a:t>how</a:t>
            </a:r>
            <a:r>
              <a:rPr lang="pt-BR" sz="2400" dirty="0"/>
              <a:t> </a:t>
            </a:r>
            <a:r>
              <a:rPr lang="pt-BR" sz="2400" dirty="0" err="1"/>
              <a:t>about</a:t>
            </a:r>
            <a:r>
              <a:rPr lang="pt-BR" sz="2400" dirty="0"/>
              <a:t>; </a:t>
            </a:r>
            <a:r>
              <a:rPr lang="pt-BR" sz="2400" dirty="0" err="1"/>
              <a:t>all</a:t>
            </a:r>
            <a:r>
              <a:rPr lang="pt-BR" sz="2400" dirty="0"/>
              <a:t> </a:t>
            </a:r>
            <a:r>
              <a:rPr lang="pt-BR" sz="2400" dirty="0" err="1"/>
              <a:t>right</a:t>
            </a:r>
            <a:r>
              <a:rPr lang="pt-BR" sz="2400" dirty="0"/>
              <a:t>; </a:t>
            </a:r>
            <a:r>
              <a:rPr lang="pt-BR" sz="2400" dirty="0" err="1"/>
              <a:t>right</a:t>
            </a:r>
            <a:r>
              <a:rPr lang="pt-BR" sz="2400" dirty="0"/>
              <a:t> </a:t>
            </a:r>
            <a:r>
              <a:rPr lang="pt-BR" sz="2400" dirty="0" err="1"/>
              <a:t>now</a:t>
            </a:r>
            <a:r>
              <a:rPr lang="pt-BR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188073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6035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SEVEN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Know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buy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sell</a:t>
            </a:r>
            <a:r>
              <a:rPr lang="pt-BR" sz="3200" dirty="0"/>
              <a:t>– </a:t>
            </a:r>
            <a:r>
              <a:rPr lang="pt-BR" sz="3200" dirty="0" err="1"/>
              <a:t>to</a:t>
            </a:r>
            <a:r>
              <a:rPr lang="pt-BR" sz="3200" dirty="0"/>
              <a:t> come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6126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95" y="2531650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 err="1"/>
              <a:t>Why</a:t>
            </a:r>
            <a:r>
              <a:rPr lang="pt-BR" sz="2400" dirty="0"/>
              <a:t>; </a:t>
            </a:r>
            <a:r>
              <a:rPr lang="pt-BR" sz="2400" dirty="0" err="1"/>
              <a:t>because</a:t>
            </a:r>
            <a:r>
              <a:rPr lang="pt-BR" sz="2400" dirty="0"/>
              <a:t>; </a:t>
            </a:r>
            <a:r>
              <a:rPr lang="pt-BR" sz="2400" dirty="0" err="1"/>
              <a:t>about</a:t>
            </a:r>
            <a:r>
              <a:rPr lang="pt-BR" sz="2400" dirty="0"/>
              <a:t>; </a:t>
            </a:r>
            <a:r>
              <a:rPr lang="pt-BR" sz="2400" dirty="0" err="1"/>
              <a:t>from</a:t>
            </a:r>
            <a:r>
              <a:rPr lang="pt-BR" sz="2400" dirty="0"/>
              <a:t>; </a:t>
            </a:r>
            <a:r>
              <a:rPr lang="pt-BR" sz="2400" dirty="0" err="1"/>
              <a:t>money</a:t>
            </a:r>
            <a:r>
              <a:rPr lang="pt-BR" sz="2400" dirty="0"/>
              <a:t>; ticket; </a:t>
            </a:r>
            <a:r>
              <a:rPr lang="pt-BR" sz="2400" dirty="0" err="1"/>
              <a:t>Tv</a:t>
            </a:r>
            <a:r>
              <a:rPr lang="pt-BR" sz="2400" dirty="0"/>
              <a:t> set;</a:t>
            </a:r>
          </a:p>
          <a:p>
            <a:pPr marL="0" indent="0">
              <a:buNone/>
            </a:pPr>
            <a:r>
              <a:rPr lang="pt-BR" sz="2400" dirty="0"/>
              <a:t> </a:t>
            </a:r>
            <a:r>
              <a:rPr lang="pt-BR" sz="2400" dirty="0" err="1"/>
              <a:t>dessert</a:t>
            </a:r>
            <a:r>
              <a:rPr lang="pt-BR" sz="2400" dirty="0"/>
              <a:t> </a:t>
            </a:r>
            <a:r>
              <a:rPr lang="pt-BR" sz="2400" dirty="0" err="1"/>
              <a:t>food</a:t>
            </a:r>
            <a:r>
              <a:rPr lang="pt-BR" sz="2400" dirty="0"/>
              <a:t>; soda; </a:t>
            </a:r>
            <a:r>
              <a:rPr lang="pt-BR" sz="2400" dirty="0" err="1"/>
              <a:t>cake</a:t>
            </a:r>
            <a:r>
              <a:rPr lang="pt-BR" sz="2400" dirty="0"/>
              <a:t>; </a:t>
            </a:r>
            <a:r>
              <a:rPr lang="pt-BR" sz="2400" dirty="0" err="1"/>
              <a:t>car</a:t>
            </a:r>
            <a:r>
              <a:rPr lang="pt-BR" sz="2400" dirty="0"/>
              <a:t>; </a:t>
            </a:r>
            <a:r>
              <a:rPr lang="pt-BR" sz="2400" dirty="0" err="1"/>
              <a:t>gas</a:t>
            </a:r>
            <a:r>
              <a:rPr lang="pt-BR" sz="2400" dirty="0"/>
              <a:t> </a:t>
            </a:r>
            <a:r>
              <a:rPr lang="pt-BR" sz="2400" dirty="0" err="1"/>
              <a:t>station</a:t>
            </a:r>
            <a:r>
              <a:rPr lang="pt-BR" sz="2400" dirty="0"/>
              <a:t>; </a:t>
            </a:r>
            <a:r>
              <a:rPr lang="pt-BR" sz="2400" dirty="0" err="1"/>
              <a:t>bicycle</a:t>
            </a:r>
            <a:r>
              <a:rPr lang="pt-BR" sz="2400" dirty="0"/>
              <a:t>; </a:t>
            </a:r>
            <a:r>
              <a:rPr lang="pt-BR" sz="2400" dirty="0" err="1"/>
              <a:t>vacation</a:t>
            </a:r>
            <a:r>
              <a:rPr lang="pt-BR" sz="2400" dirty="0"/>
              <a:t>; </a:t>
            </a:r>
            <a:r>
              <a:rPr lang="pt-BR" sz="2400" dirty="0" err="1"/>
              <a:t>flower</a:t>
            </a:r>
            <a:r>
              <a:rPr lang="pt-BR" sz="2400" dirty="0"/>
              <a:t>; me; </a:t>
            </a:r>
            <a:r>
              <a:rPr lang="pt-BR" sz="2400" dirty="0" err="1"/>
              <a:t>you</a:t>
            </a:r>
            <a:r>
              <a:rPr lang="pt-BR" sz="2400" dirty="0"/>
              <a:t>; </a:t>
            </a:r>
            <a:r>
              <a:rPr lang="pt-BR" sz="2400" dirty="0" err="1"/>
              <a:t>her</a:t>
            </a:r>
            <a:r>
              <a:rPr lang="pt-BR" sz="2400" dirty="0"/>
              <a:t>; </a:t>
            </a:r>
            <a:r>
              <a:rPr lang="pt-BR" sz="2400" dirty="0" err="1"/>
              <a:t>him</a:t>
            </a:r>
            <a:r>
              <a:rPr lang="pt-BR" sz="2400" dirty="0"/>
              <a:t>; it; </a:t>
            </a:r>
            <a:r>
              <a:rPr lang="pt-BR" sz="2400" dirty="0" err="1"/>
              <a:t>us</a:t>
            </a:r>
            <a:r>
              <a:rPr lang="pt-BR" sz="2400" dirty="0"/>
              <a:t>; </a:t>
            </a:r>
            <a:r>
              <a:rPr lang="pt-BR" sz="2400" dirty="0" err="1"/>
              <a:t>them</a:t>
            </a:r>
            <a:r>
              <a:rPr lang="pt-BR" sz="2400" dirty="0"/>
              <a:t>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SEVEN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77943" y="5081355"/>
            <a:ext cx="8596668" cy="1338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Something</a:t>
            </a:r>
            <a:r>
              <a:rPr lang="pt-BR" sz="2400" dirty="0"/>
              <a:t>; </a:t>
            </a:r>
            <a:r>
              <a:rPr lang="pt-BR" sz="2400" dirty="0" err="1"/>
              <a:t>anything</a:t>
            </a:r>
            <a:r>
              <a:rPr lang="pt-BR" sz="2400" dirty="0"/>
              <a:t>; </a:t>
            </a:r>
            <a:r>
              <a:rPr lang="pt-BR" sz="2400" dirty="0" err="1"/>
              <a:t>nothing</a:t>
            </a:r>
            <a:r>
              <a:rPr lang="pt-BR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942174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7686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EIGHT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live</a:t>
            </a:r>
            <a:r>
              <a:rPr lang="pt-BR" sz="3200" dirty="0"/>
              <a:t>- 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cook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say</a:t>
            </a:r>
            <a:r>
              <a:rPr lang="pt-BR" sz="3200" dirty="0"/>
              <a:t>– 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take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3034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795" y="2531650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/>
              <a:t>City; </a:t>
            </a:r>
            <a:r>
              <a:rPr lang="pt-BR" sz="2400" dirty="0" err="1"/>
              <a:t>apartment</a:t>
            </a:r>
            <a:r>
              <a:rPr lang="pt-BR" sz="2400" dirty="0"/>
              <a:t>; </a:t>
            </a:r>
            <a:r>
              <a:rPr lang="pt-BR" sz="2400" dirty="0" err="1"/>
              <a:t>park</a:t>
            </a:r>
            <a:r>
              <a:rPr lang="pt-BR" sz="2400" dirty="0"/>
              <a:t>; game; soccer game; </a:t>
            </a:r>
            <a:r>
              <a:rPr lang="pt-BR" sz="2400" dirty="0" err="1"/>
              <a:t>circus</a:t>
            </a:r>
            <a:r>
              <a:rPr lang="pt-BR" sz="2400" dirty="0"/>
              <a:t>; </a:t>
            </a:r>
            <a:r>
              <a:rPr lang="pt-BR" sz="2400" dirty="0" err="1"/>
              <a:t>swimming</a:t>
            </a:r>
            <a:r>
              <a:rPr lang="pt-BR" sz="2400" dirty="0"/>
              <a:t> pool; </a:t>
            </a:r>
            <a:r>
              <a:rPr lang="pt-BR" sz="2400" dirty="0" err="1"/>
              <a:t>farm</a:t>
            </a:r>
            <a:r>
              <a:rPr lang="pt-BR" sz="2400" dirty="0"/>
              <a:t>; hospital; business; </a:t>
            </a:r>
            <a:r>
              <a:rPr lang="pt-BR" sz="2400" dirty="0" err="1"/>
              <a:t>company</a:t>
            </a:r>
            <a:r>
              <a:rPr lang="pt-BR" sz="2400" dirty="0"/>
              <a:t>; </a:t>
            </a:r>
            <a:r>
              <a:rPr lang="pt-BR" sz="2400" dirty="0" err="1"/>
              <a:t>factory</a:t>
            </a:r>
            <a:r>
              <a:rPr lang="pt-BR" sz="2400" dirty="0"/>
              <a:t>; </a:t>
            </a:r>
            <a:r>
              <a:rPr lang="pt-BR" sz="2400" dirty="0" err="1"/>
              <a:t>job</a:t>
            </a:r>
            <a:r>
              <a:rPr lang="pt-BR" sz="2400" dirty="0"/>
              <a:t>; </a:t>
            </a:r>
            <a:r>
              <a:rPr lang="pt-BR" sz="2400" dirty="0" err="1"/>
              <a:t>week</a:t>
            </a:r>
            <a:r>
              <a:rPr lang="pt-BR" sz="2400" dirty="0"/>
              <a:t>; </a:t>
            </a:r>
            <a:r>
              <a:rPr lang="pt-BR" sz="2400" dirty="0" err="1"/>
              <a:t>month</a:t>
            </a:r>
            <a:r>
              <a:rPr lang="pt-BR" sz="2400" dirty="0"/>
              <a:t>; some; more.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EIGHT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77943" y="5081355"/>
            <a:ext cx="8596668" cy="1338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car</a:t>
            </a:r>
            <a:r>
              <a:rPr lang="pt-BR" sz="2400" dirty="0"/>
              <a:t>; </a:t>
            </a:r>
            <a:r>
              <a:rPr lang="pt-BR" sz="2400" dirty="0" err="1"/>
              <a:t>by</a:t>
            </a:r>
            <a:r>
              <a:rPr lang="pt-BR" sz="2400" dirty="0"/>
              <a:t> bus; </a:t>
            </a:r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train</a:t>
            </a:r>
            <a:r>
              <a:rPr lang="pt-BR" sz="2400" dirty="0"/>
              <a:t>; </a:t>
            </a:r>
            <a:r>
              <a:rPr lang="pt-BR" sz="2400" dirty="0" err="1"/>
              <a:t>by</a:t>
            </a:r>
            <a:r>
              <a:rPr lang="pt-BR" sz="2400" dirty="0"/>
              <a:t> plane; </a:t>
            </a:r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motorcycle</a:t>
            </a:r>
            <a:r>
              <a:rPr lang="pt-BR" sz="2400" dirty="0"/>
              <a:t>; </a:t>
            </a:r>
            <a:r>
              <a:rPr lang="pt-BR" sz="2400" dirty="0" err="1"/>
              <a:t>how</a:t>
            </a:r>
            <a:r>
              <a:rPr lang="pt-BR" sz="2400" dirty="0"/>
              <a:t> </a:t>
            </a:r>
            <a:r>
              <a:rPr lang="pt-BR" sz="2400" dirty="0" err="1"/>
              <a:t>many</a:t>
            </a:r>
            <a:r>
              <a:rPr lang="pt-BR" sz="2400" dirty="0"/>
              <a:t>; </a:t>
            </a:r>
            <a:r>
              <a:rPr lang="pt-BR" sz="2400" dirty="0" err="1"/>
              <a:t>how</a:t>
            </a:r>
            <a:r>
              <a:rPr lang="pt-BR" sz="2400" dirty="0"/>
              <a:t> </a:t>
            </a:r>
            <a:r>
              <a:rPr lang="pt-BR" sz="2400" dirty="0" err="1"/>
              <a:t>much</a:t>
            </a:r>
            <a:r>
              <a:rPr lang="pt-BR" sz="2400" dirty="0"/>
              <a:t>;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take</a:t>
            </a:r>
            <a:r>
              <a:rPr lang="pt-BR" sz="2400" dirty="0"/>
              <a:t> a </a:t>
            </a:r>
            <a:r>
              <a:rPr lang="pt-BR" sz="2400" dirty="0" err="1"/>
              <a:t>trip</a:t>
            </a:r>
            <a:r>
              <a:rPr lang="pt-BR" sz="2400" dirty="0"/>
              <a:t>; (</a:t>
            </a:r>
            <a:r>
              <a:rPr lang="pt-BR" sz="2400" dirty="0" err="1"/>
              <a:t>numbers</a:t>
            </a:r>
            <a:r>
              <a:rPr lang="pt-BR" sz="2400" dirty="0"/>
              <a:t> 1 – 1000).  </a:t>
            </a:r>
          </a:p>
        </p:txBody>
      </p:sp>
    </p:spTree>
    <p:extLst>
      <p:ext uri="{BB962C8B-B14F-4D97-AF65-F5344CB8AC3E}">
        <p14:creationId xmlns:p14="http://schemas.microsoft.com/office/powerpoint/2010/main" val="209640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6543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NINE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understand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travel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close –</a:t>
            </a:r>
            <a:r>
              <a:rPr lang="pt-BR" sz="3200" dirty="0" err="1"/>
              <a:t>to</a:t>
            </a:r>
            <a:r>
              <a:rPr lang="pt-BR" sz="3200" dirty="0"/>
              <a:t> open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8187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0012" y="2177758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/>
              <a:t>He; </a:t>
            </a:r>
            <a:r>
              <a:rPr lang="pt-BR" sz="2400" dirty="0" err="1"/>
              <a:t>she</a:t>
            </a:r>
            <a:r>
              <a:rPr lang="pt-BR" sz="2400" dirty="0"/>
              <a:t>; country; in </a:t>
            </a:r>
            <a:r>
              <a:rPr lang="pt-BR" sz="2400" dirty="0" err="1"/>
              <a:t>the</a:t>
            </a:r>
            <a:r>
              <a:rPr lang="pt-BR" sz="2400" dirty="0"/>
              <a:t> USA; in </a:t>
            </a:r>
            <a:r>
              <a:rPr lang="pt-BR" sz="2400" dirty="0" err="1"/>
              <a:t>Spain;in</a:t>
            </a:r>
            <a:r>
              <a:rPr lang="pt-BR" sz="2400" dirty="0"/>
              <a:t> </a:t>
            </a:r>
            <a:r>
              <a:rPr lang="pt-BR" sz="2400" dirty="0" err="1"/>
              <a:t>France;in</a:t>
            </a:r>
            <a:r>
              <a:rPr lang="pt-BR" sz="2400" dirty="0"/>
              <a:t> </a:t>
            </a:r>
            <a:r>
              <a:rPr lang="pt-BR" sz="2400" dirty="0" err="1"/>
              <a:t>England</a:t>
            </a:r>
            <a:r>
              <a:rPr lang="pt-BR" sz="2400" dirty="0"/>
              <a:t>; in </a:t>
            </a:r>
            <a:r>
              <a:rPr lang="pt-BR" sz="2400" dirty="0" err="1"/>
              <a:t>Brazil</a:t>
            </a:r>
            <a:r>
              <a:rPr lang="pt-BR" sz="2400" dirty="0"/>
              <a:t>; </a:t>
            </a:r>
            <a:r>
              <a:rPr lang="pt-BR" sz="2400" dirty="0" err="1"/>
              <a:t>year</a:t>
            </a:r>
            <a:r>
              <a:rPr lang="pt-BR" sz="2400" dirty="0"/>
              <a:t>; </a:t>
            </a:r>
            <a:r>
              <a:rPr lang="pt-BR" sz="2400" dirty="0" err="1"/>
              <a:t>holiday</a:t>
            </a:r>
            <a:r>
              <a:rPr lang="pt-BR" sz="2400" dirty="0"/>
              <a:t>; </a:t>
            </a:r>
            <a:r>
              <a:rPr lang="pt-BR" sz="2400" dirty="0" err="1"/>
              <a:t>door</a:t>
            </a:r>
            <a:r>
              <a:rPr lang="pt-BR" sz="2400" dirty="0"/>
              <a:t>; </a:t>
            </a:r>
            <a:r>
              <a:rPr lang="pt-BR" sz="2400" dirty="0" err="1"/>
              <a:t>window</a:t>
            </a:r>
            <a:r>
              <a:rPr lang="pt-BR" sz="2400" dirty="0"/>
              <a:t>; </a:t>
            </a:r>
            <a:r>
              <a:rPr lang="pt-BR" sz="2400" dirty="0" err="1"/>
              <a:t>gift</a:t>
            </a:r>
            <a:r>
              <a:rPr lang="pt-BR" sz="2400" dirty="0"/>
              <a:t>; </a:t>
            </a:r>
            <a:r>
              <a:rPr lang="pt-BR" sz="2400" dirty="0" err="1"/>
              <a:t>so</a:t>
            </a:r>
            <a:r>
              <a:rPr lang="pt-BR" sz="2400" dirty="0"/>
              <a:t>; </a:t>
            </a:r>
            <a:r>
              <a:rPr lang="pt-BR" sz="2400" dirty="0" err="1"/>
              <a:t>together</a:t>
            </a:r>
            <a:r>
              <a:rPr lang="pt-BR" sz="2400" dirty="0"/>
              <a:t>; </a:t>
            </a:r>
            <a:r>
              <a:rPr lang="pt-BR" sz="2400" dirty="0" err="1"/>
              <a:t>part</a:t>
            </a:r>
            <a:r>
              <a:rPr lang="pt-BR" sz="2400" dirty="0"/>
              <a:t> time; </a:t>
            </a:r>
            <a:r>
              <a:rPr lang="pt-BR" sz="2400" dirty="0" err="1"/>
              <a:t>full</a:t>
            </a:r>
            <a:r>
              <a:rPr lang="pt-BR" sz="2400" dirty="0"/>
              <a:t> time; </a:t>
            </a:r>
            <a:r>
              <a:rPr lang="pt-BR" sz="2400" dirty="0" err="1"/>
              <a:t>watch</a:t>
            </a:r>
            <a:r>
              <a:rPr lang="pt-BR" sz="2400" dirty="0"/>
              <a:t>; </a:t>
            </a:r>
            <a:r>
              <a:rPr lang="pt-BR" sz="2400" dirty="0" err="1"/>
              <a:t>secretary</a:t>
            </a:r>
            <a:r>
              <a:rPr lang="pt-BR" sz="2400" dirty="0"/>
              <a:t>; </a:t>
            </a:r>
            <a:r>
              <a:rPr lang="pt-BR" sz="2400" dirty="0" err="1"/>
              <a:t>before</a:t>
            </a:r>
            <a:r>
              <a:rPr lang="pt-BR" sz="2400" dirty="0"/>
              <a:t>; </a:t>
            </a:r>
            <a:r>
              <a:rPr lang="pt-BR" sz="2400" dirty="0" err="1"/>
              <a:t>after</a:t>
            </a:r>
            <a:r>
              <a:rPr lang="pt-BR" sz="2400" dirty="0"/>
              <a:t>; </a:t>
            </a:r>
            <a:r>
              <a:rPr lang="pt-BR" sz="2400" dirty="0" err="1"/>
              <a:t>months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year</a:t>
            </a:r>
            <a:r>
              <a:rPr lang="pt-BR" sz="2400" dirty="0"/>
              <a:t>; </a:t>
            </a:r>
            <a:r>
              <a:rPr lang="pt-BR" sz="2400" dirty="0" err="1"/>
              <a:t>January</a:t>
            </a:r>
            <a:r>
              <a:rPr lang="pt-BR" sz="2400" dirty="0"/>
              <a:t>, </a:t>
            </a:r>
            <a:r>
              <a:rPr lang="pt-BR" sz="2400" dirty="0" err="1"/>
              <a:t>February</a:t>
            </a:r>
            <a:r>
              <a:rPr lang="pt-BR" sz="2400" dirty="0"/>
              <a:t>; </a:t>
            </a:r>
            <a:r>
              <a:rPr lang="pt-BR" sz="2400" dirty="0" err="1"/>
              <a:t>March</a:t>
            </a:r>
            <a:r>
              <a:rPr lang="pt-BR" sz="2400" dirty="0"/>
              <a:t>; </a:t>
            </a:r>
            <a:r>
              <a:rPr lang="pt-BR" sz="2400" dirty="0" err="1"/>
              <a:t>April</a:t>
            </a:r>
            <a:r>
              <a:rPr lang="pt-BR" sz="2400" dirty="0"/>
              <a:t>; May; </a:t>
            </a:r>
            <a:r>
              <a:rPr lang="pt-BR" sz="2400" dirty="0" err="1"/>
              <a:t>Jue</a:t>
            </a:r>
            <a:r>
              <a:rPr lang="pt-BR" sz="2400" dirty="0"/>
              <a:t>; July; August; </a:t>
            </a:r>
            <a:r>
              <a:rPr lang="pt-BR" sz="2400" dirty="0" err="1"/>
              <a:t>September</a:t>
            </a:r>
            <a:r>
              <a:rPr lang="pt-BR" sz="2400" dirty="0"/>
              <a:t>; </a:t>
            </a:r>
            <a:r>
              <a:rPr lang="pt-BR" sz="2400" dirty="0" err="1"/>
              <a:t>October</a:t>
            </a:r>
            <a:r>
              <a:rPr lang="pt-BR" sz="2400" dirty="0"/>
              <a:t>; </a:t>
            </a:r>
            <a:r>
              <a:rPr lang="pt-BR" sz="2400" dirty="0" err="1"/>
              <a:t>November</a:t>
            </a:r>
            <a:r>
              <a:rPr lang="pt-BR" sz="2400" dirty="0"/>
              <a:t>; </a:t>
            </a:r>
            <a:r>
              <a:rPr lang="pt-BR" sz="2400" dirty="0" err="1"/>
              <a:t>December</a:t>
            </a:r>
            <a:r>
              <a:rPr lang="pt-BR" sz="2400" dirty="0"/>
              <a:t>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784" y="401739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38795" y="4689406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NINE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564691" y="5340279"/>
            <a:ext cx="8596668" cy="1338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It’s</a:t>
            </a:r>
            <a:r>
              <a:rPr lang="pt-BR" sz="2400" dirty="0"/>
              <a:t> ok;  </a:t>
            </a:r>
            <a:r>
              <a:rPr lang="pt-BR" sz="2400" dirty="0" err="1"/>
              <a:t>you’re</a:t>
            </a:r>
            <a:r>
              <a:rPr lang="pt-BR" sz="2400" dirty="0"/>
              <a:t> </a:t>
            </a:r>
            <a:r>
              <a:rPr lang="pt-BR" sz="2400" dirty="0" err="1"/>
              <a:t>welcome</a:t>
            </a:r>
            <a:r>
              <a:rPr lang="pt-BR" sz="2400" dirty="0"/>
              <a:t>; </a:t>
            </a:r>
            <a:r>
              <a:rPr lang="pt-BR" sz="2400" dirty="0" err="1"/>
              <a:t>how</a:t>
            </a:r>
            <a:r>
              <a:rPr lang="pt-BR" sz="2400" dirty="0"/>
              <a:t> do </a:t>
            </a:r>
            <a:r>
              <a:rPr lang="pt-BR" sz="2400" dirty="0" err="1"/>
              <a:t>you</a:t>
            </a:r>
            <a:r>
              <a:rPr lang="pt-BR" sz="2400" dirty="0"/>
              <a:t> </a:t>
            </a:r>
            <a:r>
              <a:rPr lang="pt-BR" sz="2400" dirty="0" err="1"/>
              <a:t>like</a:t>
            </a:r>
            <a:r>
              <a:rPr lang="pt-BR" sz="2400" dirty="0"/>
              <a:t>; </a:t>
            </a:r>
            <a:r>
              <a:rPr lang="pt-BR" sz="2400" dirty="0" err="1"/>
              <a:t>nowadays</a:t>
            </a:r>
            <a:r>
              <a:rPr lang="pt-BR" sz="2400" dirty="0"/>
              <a:t>; </a:t>
            </a:r>
            <a:r>
              <a:rPr lang="pt-BR" sz="2400" dirty="0" err="1"/>
              <a:t>to</a:t>
            </a:r>
            <a:r>
              <a:rPr lang="pt-BR" sz="2400" dirty="0"/>
              <a:t> go out; no problem.  </a:t>
            </a:r>
          </a:p>
        </p:txBody>
      </p:sp>
    </p:spTree>
    <p:extLst>
      <p:ext uri="{BB962C8B-B14F-4D97-AF65-F5344CB8AC3E}">
        <p14:creationId xmlns:p14="http://schemas.microsoft.com/office/powerpoint/2010/main" val="97128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0012" y="1603542"/>
            <a:ext cx="2383918" cy="973680"/>
          </a:xfrm>
        </p:spPr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Verbs</a:t>
            </a:r>
            <a:endParaRPr lang="pt-BR" dirty="0">
              <a:solidFill>
                <a:srgbClr val="FFFF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TEN 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14660" y="248533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think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start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finish</a:t>
            </a:r>
            <a:r>
              <a:rPr lang="pt-BR" sz="3200" dirty="0"/>
              <a:t> –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call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1525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7" y="1486397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VOCABULARY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0012" y="2177758"/>
            <a:ext cx="8596668" cy="1422465"/>
          </a:xfrm>
        </p:spPr>
        <p:txBody>
          <a:bodyPr>
            <a:noAutofit/>
          </a:bodyPr>
          <a:lstStyle/>
          <a:p>
            <a:r>
              <a:rPr lang="pt-BR" sz="2400" dirty="0" err="1"/>
              <a:t>We</a:t>
            </a:r>
            <a:r>
              <a:rPr lang="pt-BR" sz="2400" dirty="0"/>
              <a:t>; </a:t>
            </a:r>
            <a:r>
              <a:rPr lang="pt-BR" sz="2400" dirty="0" err="1"/>
              <a:t>they</a:t>
            </a:r>
            <a:r>
              <a:rPr lang="pt-BR" sz="2400" dirty="0"/>
              <a:t>; </a:t>
            </a:r>
            <a:r>
              <a:rPr lang="pt-BR" sz="2400" dirty="0" err="1"/>
              <a:t>who</a:t>
            </a:r>
            <a:r>
              <a:rPr lang="pt-BR" sz="2400" dirty="0"/>
              <a:t>; </a:t>
            </a:r>
            <a:r>
              <a:rPr lang="pt-BR" sz="2400" dirty="0" err="1"/>
              <a:t>next</a:t>
            </a:r>
            <a:r>
              <a:rPr lang="pt-BR" sz="2400" dirty="0"/>
              <a:t>; </a:t>
            </a:r>
            <a:r>
              <a:rPr lang="pt-BR" sz="2400" dirty="0" err="1"/>
              <a:t>until</a:t>
            </a:r>
            <a:r>
              <a:rPr lang="pt-BR" sz="2400" dirty="0"/>
              <a:t>; </a:t>
            </a:r>
            <a:r>
              <a:rPr lang="pt-BR" sz="2400" dirty="0" err="1"/>
              <a:t>midnight</a:t>
            </a:r>
            <a:r>
              <a:rPr lang="pt-BR" sz="2400" dirty="0"/>
              <a:t>; </a:t>
            </a:r>
            <a:r>
              <a:rPr lang="pt-BR" sz="2400" dirty="0" err="1"/>
              <a:t>soon</a:t>
            </a:r>
            <a:r>
              <a:rPr lang="pt-BR" sz="2400" dirty="0"/>
              <a:t>; </a:t>
            </a:r>
            <a:r>
              <a:rPr lang="pt-BR" sz="2400" dirty="0" err="1"/>
              <a:t>cousin</a:t>
            </a:r>
            <a:r>
              <a:rPr lang="pt-BR" sz="2400" dirty="0"/>
              <a:t>; new; </a:t>
            </a:r>
            <a:r>
              <a:rPr lang="pt-BR" sz="2400" dirty="0" err="1"/>
              <a:t>during</a:t>
            </a:r>
            <a:r>
              <a:rPr lang="pt-BR" sz="2400" dirty="0"/>
              <a:t>; ice; </a:t>
            </a:r>
            <a:r>
              <a:rPr lang="pt-BR" sz="2400" dirty="0" err="1"/>
              <a:t>barbecue</a:t>
            </a:r>
            <a:r>
              <a:rPr lang="pt-BR" sz="2400" dirty="0"/>
              <a:t>; </a:t>
            </a:r>
            <a:r>
              <a:rPr lang="pt-BR" sz="2400" dirty="0" err="1"/>
              <a:t>popcorn</a:t>
            </a:r>
            <a:r>
              <a:rPr lang="pt-BR" sz="2400" dirty="0"/>
              <a:t>; </a:t>
            </a:r>
            <a:r>
              <a:rPr lang="pt-BR" sz="2400" dirty="0" err="1"/>
              <a:t>sandwich</a:t>
            </a:r>
            <a:r>
              <a:rPr lang="pt-BR" sz="2400" dirty="0"/>
              <a:t>; rose; </a:t>
            </a:r>
            <a:r>
              <a:rPr lang="pt-BR" sz="2400" dirty="0" err="1"/>
              <a:t>birthday</a:t>
            </a:r>
            <a:r>
              <a:rPr lang="pt-BR" sz="2400" dirty="0"/>
              <a:t>; </a:t>
            </a:r>
            <a:r>
              <a:rPr lang="pt-BR" sz="2400" dirty="0" err="1"/>
              <a:t>dress</a:t>
            </a:r>
            <a:r>
              <a:rPr lang="pt-BR" sz="2400" dirty="0"/>
              <a:t>. 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784" y="401739"/>
            <a:ext cx="4308748" cy="2511648"/>
          </a:xfrm>
          <a:prstGeom prst="rect">
            <a:avLst/>
          </a:prstGeom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438795" y="5228029"/>
            <a:ext cx="8596668" cy="1045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/>
              <a:t> 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40012" y="3491670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TEN </a:t>
            </a:r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240012" y="4357271"/>
            <a:ext cx="8596668" cy="1446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Once</a:t>
            </a:r>
            <a:r>
              <a:rPr lang="pt-BR" sz="2400" dirty="0"/>
              <a:t>; </a:t>
            </a:r>
            <a:r>
              <a:rPr lang="pt-BR" sz="2400" dirty="0" err="1"/>
              <a:t>Twice</a:t>
            </a:r>
            <a:r>
              <a:rPr lang="pt-BR" sz="2400" dirty="0"/>
              <a:t>; a </a:t>
            </a:r>
            <a:r>
              <a:rPr lang="pt-BR" sz="2400" dirty="0" err="1"/>
              <a:t>day</a:t>
            </a:r>
            <a:r>
              <a:rPr lang="pt-BR" sz="2400" dirty="0"/>
              <a:t>; a </a:t>
            </a:r>
            <a:r>
              <a:rPr lang="pt-BR" sz="2400" dirty="0" err="1"/>
              <a:t>week</a:t>
            </a:r>
            <a:r>
              <a:rPr lang="pt-BR" sz="2400" dirty="0"/>
              <a:t>; a </a:t>
            </a:r>
            <a:r>
              <a:rPr lang="pt-BR" sz="2400" dirty="0" err="1"/>
              <a:t>month</a:t>
            </a:r>
            <a:r>
              <a:rPr lang="pt-BR" sz="2400" dirty="0"/>
              <a:t>; a </a:t>
            </a:r>
            <a:r>
              <a:rPr lang="pt-BR" sz="2400" dirty="0" err="1"/>
              <a:t>year</a:t>
            </a:r>
            <a:r>
              <a:rPr lang="pt-BR" sz="2400" dirty="0"/>
              <a:t>; </a:t>
            </a:r>
            <a:r>
              <a:rPr lang="pt-BR" sz="2400" dirty="0" err="1"/>
              <a:t>tomorrow</a:t>
            </a:r>
            <a:r>
              <a:rPr lang="pt-BR" sz="2400" dirty="0"/>
              <a:t>; </a:t>
            </a:r>
            <a:r>
              <a:rPr lang="pt-BR" sz="2400" dirty="0" err="1"/>
              <a:t>morning</a:t>
            </a:r>
            <a:r>
              <a:rPr lang="pt-BR" sz="2400" dirty="0"/>
              <a:t>; </a:t>
            </a:r>
            <a:r>
              <a:rPr lang="pt-BR" sz="2400" dirty="0" err="1"/>
              <a:t>tomorrow</a:t>
            </a:r>
            <a:r>
              <a:rPr lang="pt-BR" sz="2400" dirty="0"/>
              <a:t> </a:t>
            </a:r>
            <a:r>
              <a:rPr lang="pt-BR" sz="2400" dirty="0" err="1"/>
              <a:t>night</a:t>
            </a:r>
            <a:r>
              <a:rPr lang="pt-BR" sz="2400" dirty="0"/>
              <a:t>; </a:t>
            </a:r>
            <a:r>
              <a:rPr lang="pt-BR" sz="2400" dirty="0" err="1"/>
              <a:t>overtime</a:t>
            </a:r>
            <a:r>
              <a:rPr lang="pt-BR" sz="2400" dirty="0"/>
              <a:t>;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other</a:t>
            </a:r>
            <a:r>
              <a:rPr lang="pt-BR" sz="2400" dirty="0"/>
              <a:t> </a:t>
            </a:r>
            <a:r>
              <a:rPr lang="pt-BR" sz="2400" dirty="0" err="1"/>
              <a:t>hand</a:t>
            </a:r>
            <a:r>
              <a:rPr lang="pt-BR" sz="2400" dirty="0"/>
              <a:t>; </a:t>
            </a:r>
            <a:r>
              <a:rPr lang="pt-BR" sz="2400" dirty="0" err="1"/>
              <a:t>just</a:t>
            </a:r>
            <a:r>
              <a:rPr lang="pt-BR" sz="2400" dirty="0"/>
              <a:t>; </a:t>
            </a:r>
            <a:r>
              <a:rPr lang="pt-BR" sz="2400" dirty="0" err="1"/>
              <a:t>to</a:t>
            </a:r>
            <a:r>
              <a:rPr lang="pt-BR" sz="2400" dirty="0"/>
              <a:t> </a:t>
            </a:r>
            <a:r>
              <a:rPr lang="pt-BR" sz="2400" dirty="0" err="1"/>
              <a:t>work</a:t>
            </a:r>
            <a:r>
              <a:rPr lang="pt-BR" sz="2400" dirty="0"/>
              <a:t> out; </a:t>
            </a:r>
            <a:r>
              <a:rPr lang="pt-BR" sz="2400" dirty="0" err="1"/>
              <a:t>then</a:t>
            </a:r>
            <a:r>
              <a:rPr lang="pt-BR" sz="2400" dirty="0"/>
              <a:t>; </a:t>
            </a:r>
            <a:r>
              <a:rPr lang="pt-BR" sz="2400" dirty="0" err="1"/>
              <a:t>once</a:t>
            </a:r>
            <a:r>
              <a:rPr lang="pt-BR" sz="2400" dirty="0"/>
              <a:t> in a </a:t>
            </a:r>
            <a:r>
              <a:rPr lang="pt-BR" sz="2400" dirty="0" err="1"/>
              <a:t>while</a:t>
            </a:r>
            <a:r>
              <a:rPr lang="pt-BR" sz="2400" dirty="0"/>
              <a:t>; </a:t>
            </a:r>
            <a:r>
              <a:rPr lang="pt-BR" sz="2400" dirty="0" err="1"/>
              <a:t>bucks</a:t>
            </a:r>
            <a:r>
              <a:rPr lang="pt-BR" sz="2400" dirty="0"/>
              <a:t>; </a:t>
            </a:r>
            <a:r>
              <a:rPr lang="pt-BR" sz="2400" dirty="0" err="1"/>
              <a:t>what</a:t>
            </a:r>
            <a:r>
              <a:rPr lang="pt-BR" sz="2400" dirty="0"/>
              <a:t> </a:t>
            </a:r>
            <a:r>
              <a:rPr lang="pt-BR" sz="2400" dirty="0" err="1"/>
              <a:t>kind</a:t>
            </a:r>
            <a:r>
              <a:rPr lang="pt-BR" sz="2400" dirty="0"/>
              <a:t> of.  </a:t>
            </a:r>
          </a:p>
        </p:txBody>
      </p:sp>
    </p:spTree>
    <p:extLst>
      <p:ext uri="{BB962C8B-B14F-4D97-AF65-F5344CB8AC3E}">
        <p14:creationId xmlns:p14="http://schemas.microsoft.com/office/powerpoint/2010/main" val="3403690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20853" y="1136287"/>
            <a:ext cx="2383918" cy="973680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FFFF00"/>
                </a:solidFill>
              </a:rPr>
              <a:t>REVIEW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89" y="244365"/>
            <a:ext cx="4308748" cy="2511648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192301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LESSON ELEVEN </a:t>
            </a:r>
          </a:p>
        </p:txBody>
      </p:sp>
      <p:sp>
        <p:nvSpPr>
          <p:cNvPr id="11" name="Espaço Reservado para Conteúdo 2"/>
          <p:cNvSpPr txBox="1">
            <a:spLocks/>
          </p:cNvSpPr>
          <p:nvPr/>
        </p:nvSpPr>
        <p:spPr>
          <a:xfrm>
            <a:off x="114656" y="2028736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prefer</a:t>
            </a:r>
            <a:r>
              <a:rPr lang="pt-BR" sz="3200" dirty="0"/>
              <a:t>  -</a:t>
            </a:r>
            <a:r>
              <a:rPr lang="pt-BR" sz="3200" dirty="0" err="1"/>
              <a:t>to</a:t>
            </a:r>
            <a:r>
              <a:rPr lang="pt-BR" sz="3200" dirty="0"/>
              <a:t> go 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visit</a:t>
            </a:r>
            <a:r>
              <a:rPr lang="pt-BR" sz="3200" dirty="0"/>
              <a:t> – </a:t>
            </a:r>
            <a:r>
              <a:rPr lang="pt-BR" sz="3200" dirty="0" err="1"/>
              <a:t>to</a:t>
            </a:r>
            <a:r>
              <a:rPr lang="pt-BR" sz="3200" dirty="0"/>
              <a:t> help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114656" y="2836773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Know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buy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sell</a:t>
            </a:r>
            <a:r>
              <a:rPr lang="pt-BR" sz="3200" dirty="0"/>
              <a:t>– </a:t>
            </a:r>
            <a:r>
              <a:rPr lang="pt-BR" sz="3200" dirty="0" err="1"/>
              <a:t>to</a:t>
            </a:r>
            <a:r>
              <a:rPr lang="pt-BR" sz="3200" dirty="0"/>
              <a:t> come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13" name="Espaço Reservado para Conteúdo 2"/>
          <p:cNvSpPr txBox="1">
            <a:spLocks/>
          </p:cNvSpPr>
          <p:nvPr/>
        </p:nvSpPr>
        <p:spPr>
          <a:xfrm>
            <a:off x="122017" y="3697331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live</a:t>
            </a:r>
            <a:r>
              <a:rPr lang="pt-BR" sz="3200" dirty="0"/>
              <a:t>- 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cook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say</a:t>
            </a:r>
            <a:r>
              <a:rPr lang="pt-BR" sz="3200" dirty="0"/>
              <a:t>– 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take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14" name="Espaço Reservado para Conteúdo 2"/>
          <p:cNvSpPr txBox="1">
            <a:spLocks/>
          </p:cNvSpPr>
          <p:nvPr/>
        </p:nvSpPr>
        <p:spPr>
          <a:xfrm>
            <a:off x="114655" y="4525530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understand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travel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close –</a:t>
            </a:r>
            <a:r>
              <a:rPr lang="pt-BR" sz="3200" dirty="0" err="1"/>
              <a:t>to</a:t>
            </a:r>
            <a:r>
              <a:rPr lang="pt-BR" sz="3200" dirty="0"/>
              <a:t> open 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15" name="Espaço Reservado para Conteúdo 2"/>
          <p:cNvSpPr txBox="1">
            <a:spLocks/>
          </p:cNvSpPr>
          <p:nvPr/>
        </p:nvSpPr>
        <p:spPr>
          <a:xfrm>
            <a:off x="240012" y="5446088"/>
            <a:ext cx="8596313" cy="80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think</a:t>
            </a:r>
            <a:r>
              <a:rPr lang="pt-BR" sz="3200" dirty="0"/>
              <a:t> -</a:t>
            </a:r>
            <a:r>
              <a:rPr lang="pt-BR" sz="3200" dirty="0" err="1"/>
              <a:t>to</a:t>
            </a:r>
            <a:r>
              <a:rPr lang="pt-BR" sz="3200" dirty="0"/>
              <a:t> start -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finish</a:t>
            </a:r>
            <a:r>
              <a:rPr lang="pt-BR" sz="3200" dirty="0"/>
              <a:t> –</a:t>
            </a:r>
            <a:r>
              <a:rPr lang="pt-BR" sz="3200" dirty="0" err="1"/>
              <a:t>to</a:t>
            </a:r>
            <a:r>
              <a:rPr lang="pt-BR" sz="3200" dirty="0"/>
              <a:t> </a:t>
            </a:r>
            <a:r>
              <a:rPr lang="pt-BR" sz="3200" dirty="0" err="1"/>
              <a:t>call</a:t>
            </a:r>
            <a:r>
              <a:rPr lang="pt-BR" sz="3200" dirty="0"/>
              <a:t> </a:t>
            </a:r>
          </a:p>
          <a:p>
            <a:endParaRPr lang="pt-BR" sz="32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655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6" y="1192015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REVIEW</a:t>
            </a:r>
          </a:p>
        </p:txBody>
      </p:sp>
      <p:sp>
        <p:nvSpPr>
          <p:cNvPr id="13" name="Espaço Reservado para Conteúdo 2"/>
          <p:cNvSpPr>
            <a:spLocks noGrp="1"/>
          </p:cNvSpPr>
          <p:nvPr>
            <p:ph idx="1"/>
          </p:nvPr>
        </p:nvSpPr>
        <p:spPr>
          <a:xfrm>
            <a:off x="584569" y="1823493"/>
            <a:ext cx="8596668" cy="1675348"/>
          </a:xfrm>
        </p:spPr>
        <p:txBody>
          <a:bodyPr>
            <a:noAutofit/>
          </a:bodyPr>
          <a:lstStyle/>
          <a:p>
            <a:r>
              <a:rPr lang="pt-BR" sz="2400" dirty="0" err="1"/>
              <a:t>Movies</a:t>
            </a:r>
            <a:r>
              <a:rPr lang="pt-BR" sz="2400" dirty="0"/>
              <a:t>; </a:t>
            </a:r>
            <a:r>
              <a:rPr lang="pt-BR" sz="2400" dirty="0" err="1"/>
              <a:t>church</a:t>
            </a:r>
            <a:r>
              <a:rPr lang="pt-BR" sz="2400" dirty="0"/>
              <a:t>; </a:t>
            </a:r>
            <a:r>
              <a:rPr lang="pt-BR" sz="2400" dirty="0" err="1"/>
              <a:t>bank</a:t>
            </a:r>
            <a:r>
              <a:rPr lang="pt-BR" sz="2400" dirty="0"/>
              <a:t>; </a:t>
            </a:r>
            <a:r>
              <a:rPr lang="pt-BR" sz="2400" dirty="0" err="1"/>
              <a:t>downtown</a:t>
            </a:r>
            <a:r>
              <a:rPr lang="pt-BR" sz="2400" dirty="0"/>
              <a:t>; </a:t>
            </a:r>
            <a:r>
              <a:rPr lang="pt-BR" sz="2400" dirty="0" err="1"/>
              <a:t>airport</a:t>
            </a:r>
            <a:r>
              <a:rPr lang="pt-BR" sz="2400" dirty="0"/>
              <a:t>; </a:t>
            </a:r>
            <a:r>
              <a:rPr lang="pt-BR" sz="2400" dirty="0" err="1"/>
              <a:t>beach</a:t>
            </a:r>
            <a:r>
              <a:rPr lang="pt-BR" sz="2400" dirty="0"/>
              <a:t>; </a:t>
            </a:r>
            <a:r>
              <a:rPr lang="pt-BR" sz="2400" dirty="0" err="1"/>
              <a:t>drugstore</a:t>
            </a:r>
            <a:r>
              <a:rPr lang="pt-BR" sz="2400" dirty="0"/>
              <a:t>; post office; </a:t>
            </a:r>
            <a:r>
              <a:rPr lang="pt-BR" sz="2400" dirty="0" err="1"/>
              <a:t>restaurant</a:t>
            </a:r>
            <a:r>
              <a:rPr lang="pt-BR" sz="2400" dirty="0"/>
              <a:t>; </a:t>
            </a:r>
            <a:r>
              <a:rPr lang="pt-BR" sz="2400" dirty="0" err="1"/>
              <a:t>doctor</a:t>
            </a:r>
            <a:r>
              <a:rPr lang="pt-BR" sz="2400" dirty="0"/>
              <a:t>; </a:t>
            </a:r>
            <a:r>
              <a:rPr lang="pt-BR" sz="2400" dirty="0" err="1"/>
              <a:t>dentist</a:t>
            </a:r>
            <a:r>
              <a:rPr lang="pt-BR" sz="2400" dirty="0"/>
              <a:t>; </a:t>
            </a:r>
            <a:r>
              <a:rPr lang="pt-BR" sz="2400" dirty="0" err="1"/>
              <a:t>consultant</a:t>
            </a:r>
            <a:r>
              <a:rPr lang="pt-BR" sz="2400" dirty="0"/>
              <a:t>; </a:t>
            </a:r>
            <a:r>
              <a:rPr lang="pt-BR" sz="2400" dirty="0" err="1"/>
              <a:t>husband</a:t>
            </a:r>
            <a:r>
              <a:rPr lang="pt-BR" sz="2400" dirty="0"/>
              <a:t>; </a:t>
            </a:r>
            <a:r>
              <a:rPr lang="pt-BR" sz="2400" dirty="0" err="1"/>
              <a:t>boyfriend</a:t>
            </a:r>
            <a:r>
              <a:rPr lang="pt-BR" sz="2400" dirty="0"/>
              <a:t>; </a:t>
            </a:r>
            <a:r>
              <a:rPr lang="pt-BR" sz="2400" dirty="0" err="1"/>
              <a:t>girlfriend</a:t>
            </a:r>
            <a:r>
              <a:rPr lang="pt-BR" sz="2400" dirty="0"/>
              <a:t>; </a:t>
            </a:r>
            <a:r>
              <a:rPr lang="pt-BR" sz="2400" dirty="0" err="1"/>
              <a:t>what</a:t>
            </a:r>
            <a:r>
              <a:rPr lang="pt-BR" sz="2400" dirty="0"/>
              <a:t>; </a:t>
            </a:r>
            <a:r>
              <a:rPr lang="pt-BR" sz="2400" dirty="0" err="1"/>
              <a:t>where</a:t>
            </a:r>
            <a:r>
              <a:rPr lang="pt-BR" sz="2400" dirty="0"/>
              <a:t>; </a:t>
            </a:r>
            <a:r>
              <a:rPr lang="pt-BR" sz="2400" dirty="0" err="1"/>
              <a:t>usually</a:t>
            </a:r>
            <a:r>
              <a:rPr lang="pt-BR" sz="2400" dirty="0"/>
              <a:t>; </a:t>
            </a:r>
            <a:r>
              <a:rPr lang="pt-BR" sz="2400" dirty="0" err="1"/>
              <a:t>always</a:t>
            </a:r>
            <a:r>
              <a:rPr lang="pt-BR" sz="2400" dirty="0"/>
              <a:t>; </a:t>
            </a:r>
            <a:r>
              <a:rPr lang="pt-BR" sz="2400" dirty="0" err="1"/>
              <a:t>never</a:t>
            </a:r>
            <a:r>
              <a:rPr lang="pt-BR" sz="2400" dirty="0"/>
              <a:t>. 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pt-BR" sz="3200" dirty="0">
              <a:solidFill>
                <a:srgbClr val="FFFF00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ELEVEN </a:t>
            </a:r>
          </a:p>
        </p:txBody>
      </p:sp>
      <p:sp>
        <p:nvSpPr>
          <p:cNvPr id="14" name="Espaço Reservado para Conteúdo 2"/>
          <p:cNvSpPr txBox="1">
            <a:spLocks/>
          </p:cNvSpPr>
          <p:nvPr/>
        </p:nvSpPr>
        <p:spPr>
          <a:xfrm>
            <a:off x="584569" y="3623908"/>
            <a:ext cx="8596668" cy="1422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Why</a:t>
            </a:r>
            <a:r>
              <a:rPr lang="pt-BR" sz="2400" dirty="0"/>
              <a:t>; </a:t>
            </a:r>
            <a:r>
              <a:rPr lang="pt-BR" sz="2400" dirty="0" err="1"/>
              <a:t>because</a:t>
            </a:r>
            <a:r>
              <a:rPr lang="pt-BR" sz="2400" dirty="0"/>
              <a:t>; </a:t>
            </a:r>
            <a:r>
              <a:rPr lang="pt-BR" sz="2400" dirty="0" err="1"/>
              <a:t>about</a:t>
            </a:r>
            <a:r>
              <a:rPr lang="pt-BR" sz="2400" dirty="0"/>
              <a:t>; </a:t>
            </a:r>
            <a:r>
              <a:rPr lang="pt-BR" sz="2400" dirty="0" err="1"/>
              <a:t>from</a:t>
            </a:r>
            <a:r>
              <a:rPr lang="pt-BR" sz="2400" dirty="0"/>
              <a:t>; </a:t>
            </a:r>
            <a:r>
              <a:rPr lang="pt-BR" sz="2400" dirty="0" err="1"/>
              <a:t>money</a:t>
            </a:r>
            <a:r>
              <a:rPr lang="pt-BR" sz="2400" dirty="0"/>
              <a:t>; ticket; </a:t>
            </a:r>
            <a:r>
              <a:rPr lang="pt-BR" sz="2400" dirty="0" err="1"/>
              <a:t>Tv</a:t>
            </a:r>
            <a:r>
              <a:rPr lang="pt-BR" sz="2400" dirty="0"/>
              <a:t> set; </a:t>
            </a:r>
            <a:r>
              <a:rPr lang="pt-BR" sz="2400" dirty="0" err="1"/>
              <a:t>dessert</a:t>
            </a:r>
            <a:r>
              <a:rPr lang="pt-BR" sz="2400" dirty="0"/>
              <a:t> </a:t>
            </a:r>
            <a:r>
              <a:rPr lang="pt-BR" sz="2400" dirty="0" err="1"/>
              <a:t>food</a:t>
            </a:r>
            <a:r>
              <a:rPr lang="pt-BR" sz="2400" dirty="0"/>
              <a:t>; soda; </a:t>
            </a:r>
            <a:r>
              <a:rPr lang="pt-BR" sz="2400" dirty="0" err="1"/>
              <a:t>cake</a:t>
            </a:r>
            <a:r>
              <a:rPr lang="pt-BR" sz="2400" dirty="0"/>
              <a:t>; </a:t>
            </a:r>
            <a:r>
              <a:rPr lang="pt-BR" sz="2400" dirty="0" err="1"/>
              <a:t>car</a:t>
            </a:r>
            <a:r>
              <a:rPr lang="pt-BR" sz="2400" dirty="0"/>
              <a:t>; </a:t>
            </a:r>
            <a:r>
              <a:rPr lang="pt-BR" sz="2400" dirty="0" err="1"/>
              <a:t>gas</a:t>
            </a:r>
            <a:r>
              <a:rPr lang="pt-BR" sz="2400" dirty="0"/>
              <a:t>; </a:t>
            </a:r>
            <a:r>
              <a:rPr lang="pt-BR" sz="2400" dirty="0" err="1"/>
              <a:t>station</a:t>
            </a:r>
            <a:r>
              <a:rPr lang="pt-BR" sz="2400" dirty="0"/>
              <a:t>; </a:t>
            </a:r>
            <a:r>
              <a:rPr lang="pt-BR" sz="2400" dirty="0" err="1"/>
              <a:t>bicycle</a:t>
            </a:r>
            <a:r>
              <a:rPr lang="pt-BR" sz="2400" dirty="0"/>
              <a:t>; </a:t>
            </a:r>
            <a:r>
              <a:rPr lang="pt-BR" sz="2400" dirty="0" err="1"/>
              <a:t>vacation</a:t>
            </a:r>
            <a:r>
              <a:rPr lang="pt-BR" sz="2400" dirty="0"/>
              <a:t>; </a:t>
            </a:r>
            <a:r>
              <a:rPr lang="pt-BR" sz="2400" dirty="0" err="1"/>
              <a:t>flower</a:t>
            </a:r>
            <a:r>
              <a:rPr lang="pt-BR" sz="2400" dirty="0"/>
              <a:t>; me; </a:t>
            </a:r>
            <a:r>
              <a:rPr lang="pt-BR" sz="2400" dirty="0" err="1"/>
              <a:t>you</a:t>
            </a:r>
            <a:r>
              <a:rPr lang="pt-BR" sz="2400" dirty="0"/>
              <a:t>; </a:t>
            </a:r>
            <a:r>
              <a:rPr lang="pt-BR" sz="2400" dirty="0" err="1"/>
              <a:t>her</a:t>
            </a:r>
            <a:r>
              <a:rPr lang="pt-BR" sz="2400" dirty="0"/>
              <a:t>; </a:t>
            </a:r>
            <a:r>
              <a:rPr lang="pt-BR" sz="2400" dirty="0" err="1"/>
              <a:t>him</a:t>
            </a:r>
            <a:r>
              <a:rPr lang="pt-BR" sz="2400" dirty="0"/>
              <a:t>; it; </a:t>
            </a:r>
            <a:r>
              <a:rPr lang="pt-BR" sz="2400" dirty="0" err="1"/>
              <a:t>us</a:t>
            </a:r>
            <a:r>
              <a:rPr lang="pt-BR" sz="2400" dirty="0"/>
              <a:t>; </a:t>
            </a:r>
            <a:r>
              <a:rPr lang="pt-BR" sz="2400" dirty="0" err="1"/>
              <a:t>them</a:t>
            </a:r>
            <a:r>
              <a:rPr lang="pt-BR" sz="2400" dirty="0"/>
              <a:t>.   </a:t>
            </a:r>
          </a:p>
        </p:txBody>
      </p:sp>
      <p:sp>
        <p:nvSpPr>
          <p:cNvPr id="15" name="Espaço Reservado para Conteúdo 2"/>
          <p:cNvSpPr txBox="1">
            <a:spLocks/>
          </p:cNvSpPr>
          <p:nvPr/>
        </p:nvSpPr>
        <p:spPr>
          <a:xfrm>
            <a:off x="584569" y="4982746"/>
            <a:ext cx="8596668" cy="1422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City; </a:t>
            </a:r>
            <a:r>
              <a:rPr lang="pt-BR" sz="2400" dirty="0" err="1"/>
              <a:t>apartment</a:t>
            </a:r>
            <a:r>
              <a:rPr lang="pt-BR" sz="2400" dirty="0"/>
              <a:t>; </a:t>
            </a:r>
            <a:r>
              <a:rPr lang="pt-BR" sz="2400" dirty="0" err="1"/>
              <a:t>park</a:t>
            </a:r>
            <a:r>
              <a:rPr lang="pt-BR" sz="2400" dirty="0"/>
              <a:t>; game; soccer game; </a:t>
            </a:r>
            <a:r>
              <a:rPr lang="pt-BR" sz="2400" dirty="0" err="1"/>
              <a:t>circus</a:t>
            </a:r>
            <a:r>
              <a:rPr lang="pt-BR" sz="2400" dirty="0"/>
              <a:t>; </a:t>
            </a:r>
            <a:r>
              <a:rPr lang="pt-BR" sz="2400" dirty="0" err="1"/>
              <a:t>swimming</a:t>
            </a:r>
            <a:r>
              <a:rPr lang="pt-BR" sz="2400" dirty="0"/>
              <a:t> pool; </a:t>
            </a:r>
            <a:r>
              <a:rPr lang="pt-BR" sz="2400" dirty="0" err="1"/>
              <a:t>farm</a:t>
            </a:r>
            <a:r>
              <a:rPr lang="pt-BR" sz="2400" dirty="0"/>
              <a:t>; hospital; business; </a:t>
            </a:r>
            <a:r>
              <a:rPr lang="pt-BR" sz="2400" dirty="0" err="1"/>
              <a:t>company</a:t>
            </a:r>
            <a:r>
              <a:rPr lang="pt-BR" sz="2400" dirty="0"/>
              <a:t>; </a:t>
            </a:r>
            <a:r>
              <a:rPr lang="pt-BR" sz="2400" dirty="0" err="1"/>
              <a:t>factory</a:t>
            </a:r>
            <a:r>
              <a:rPr lang="pt-BR" sz="2400" dirty="0"/>
              <a:t>; </a:t>
            </a:r>
            <a:r>
              <a:rPr lang="pt-BR" sz="2400" dirty="0" err="1"/>
              <a:t>job</a:t>
            </a:r>
            <a:r>
              <a:rPr lang="pt-BR" sz="2400" dirty="0"/>
              <a:t>; </a:t>
            </a:r>
            <a:r>
              <a:rPr lang="pt-BR" sz="2400" dirty="0" err="1"/>
              <a:t>week</a:t>
            </a:r>
            <a:r>
              <a:rPr lang="pt-BR" sz="2400" dirty="0"/>
              <a:t>; </a:t>
            </a:r>
            <a:r>
              <a:rPr lang="pt-BR" sz="2400" dirty="0" err="1"/>
              <a:t>month</a:t>
            </a:r>
            <a:r>
              <a:rPr lang="pt-BR" sz="2400" dirty="0"/>
              <a:t>; some; more.   </a:t>
            </a:r>
          </a:p>
        </p:txBody>
      </p:sp>
    </p:spTree>
    <p:extLst>
      <p:ext uri="{BB962C8B-B14F-4D97-AF65-F5344CB8AC3E}">
        <p14:creationId xmlns:p14="http://schemas.microsoft.com/office/powerpoint/2010/main" val="4000040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7246" y="1192015"/>
            <a:ext cx="8596668" cy="843237"/>
          </a:xfrm>
        </p:spPr>
        <p:txBody>
          <a:bodyPr>
            <a:normAutofit/>
          </a:bodyPr>
          <a:lstStyle/>
          <a:p>
            <a:r>
              <a:rPr lang="pt-BR" sz="3200" dirty="0">
                <a:solidFill>
                  <a:srgbClr val="FFFF00"/>
                </a:solidFill>
              </a:rPr>
              <a:t>REVIEW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318646"/>
          </a:xfrm>
        </p:spPr>
        <p:txBody>
          <a:bodyPr>
            <a:noAutofit/>
          </a:bodyPr>
          <a:lstStyle/>
          <a:p>
            <a:r>
              <a:rPr lang="pt-BR" sz="2400" dirty="0"/>
              <a:t>He; </a:t>
            </a:r>
            <a:r>
              <a:rPr lang="pt-BR" sz="2400" dirty="0" err="1"/>
              <a:t>she</a:t>
            </a:r>
            <a:r>
              <a:rPr lang="pt-BR" sz="2400" dirty="0"/>
              <a:t>; country; in </a:t>
            </a:r>
            <a:r>
              <a:rPr lang="pt-BR" sz="2400" dirty="0" err="1"/>
              <a:t>the</a:t>
            </a:r>
            <a:r>
              <a:rPr lang="pt-BR" sz="2400" dirty="0"/>
              <a:t> USA; in </a:t>
            </a:r>
            <a:r>
              <a:rPr lang="pt-BR" sz="2400" dirty="0" err="1"/>
              <a:t>Spain;in</a:t>
            </a:r>
            <a:r>
              <a:rPr lang="pt-BR" sz="2400" dirty="0"/>
              <a:t> </a:t>
            </a:r>
            <a:r>
              <a:rPr lang="pt-BR" sz="2400" dirty="0" err="1"/>
              <a:t>France;in</a:t>
            </a:r>
            <a:r>
              <a:rPr lang="pt-BR" sz="2400" dirty="0"/>
              <a:t> </a:t>
            </a:r>
            <a:r>
              <a:rPr lang="pt-BR" sz="2400" dirty="0" err="1"/>
              <a:t>England</a:t>
            </a:r>
            <a:r>
              <a:rPr lang="pt-BR" sz="2400" dirty="0"/>
              <a:t>; in </a:t>
            </a:r>
            <a:r>
              <a:rPr lang="pt-BR" sz="2400" dirty="0" err="1"/>
              <a:t>Brazil</a:t>
            </a:r>
            <a:r>
              <a:rPr lang="pt-BR" sz="2400" dirty="0"/>
              <a:t>; </a:t>
            </a:r>
            <a:r>
              <a:rPr lang="pt-BR" sz="2400" dirty="0" err="1"/>
              <a:t>year</a:t>
            </a:r>
            <a:r>
              <a:rPr lang="pt-BR" sz="2400" dirty="0"/>
              <a:t>; </a:t>
            </a:r>
            <a:r>
              <a:rPr lang="pt-BR" sz="2400" dirty="0" err="1"/>
              <a:t>holiday</a:t>
            </a:r>
            <a:r>
              <a:rPr lang="pt-BR" sz="2400" dirty="0"/>
              <a:t>; </a:t>
            </a:r>
            <a:r>
              <a:rPr lang="pt-BR" sz="2400" dirty="0" err="1"/>
              <a:t>door</a:t>
            </a:r>
            <a:r>
              <a:rPr lang="pt-BR" sz="2400" dirty="0"/>
              <a:t>; </a:t>
            </a:r>
            <a:r>
              <a:rPr lang="pt-BR" sz="2400" dirty="0" err="1"/>
              <a:t>window</a:t>
            </a:r>
            <a:r>
              <a:rPr lang="pt-BR" sz="2400" dirty="0"/>
              <a:t>; </a:t>
            </a:r>
            <a:r>
              <a:rPr lang="pt-BR" sz="2400" dirty="0" err="1"/>
              <a:t>gift</a:t>
            </a:r>
            <a:r>
              <a:rPr lang="pt-BR" sz="2400" dirty="0"/>
              <a:t>; </a:t>
            </a:r>
            <a:r>
              <a:rPr lang="pt-BR" sz="2400" dirty="0" err="1"/>
              <a:t>so</a:t>
            </a:r>
            <a:r>
              <a:rPr lang="pt-BR" sz="2400" dirty="0"/>
              <a:t>; </a:t>
            </a:r>
            <a:r>
              <a:rPr lang="pt-BR" sz="2400" dirty="0" err="1"/>
              <a:t>together</a:t>
            </a:r>
            <a:r>
              <a:rPr lang="pt-BR" sz="2400" dirty="0"/>
              <a:t>; </a:t>
            </a:r>
            <a:r>
              <a:rPr lang="pt-BR" sz="2400" dirty="0" err="1"/>
              <a:t>part</a:t>
            </a:r>
            <a:r>
              <a:rPr lang="pt-BR" sz="2400" dirty="0"/>
              <a:t> time; </a:t>
            </a:r>
            <a:r>
              <a:rPr lang="pt-BR" sz="2400" dirty="0" err="1"/>
              <a:t>full</a:t>
            </a:r>
            <a:r>
              <a:rPr lang="pt-BR" sz="2400" dirty="0"/>
              <a:t> time; </a:t>
            </a:r>
            <a:r>
              <a:rPr lang="pt-BR" sz="2400" dirty="0" err="1"/>
              <a:t>watch</a:t>
            </a:r>
            <a:r>
              <a:rPr lang="pt-BR" sz="2400" dirty="0"/>
              <a:t>; </a:t>
            </a:r>
            <a:r>
              <a:rPr lang="pt-BR" sz="2400" dirty="0" err="1"/>
              <a:t>secretary</a:t>
            </a:r>
            <a:r>
              <a:rPr lang="pt-BR" sz="2400" dirty="0"/>
              <a:t>; </a:t>
            </a:r>
            <a:r>
              <a:rPr lang="pt-BR" sz="2400" dirty="0" err="1"/>
              <a:t>before</a:t>
            </a:r>
            <a:r>
              <a:rPr lang="pt-BR" sz="2400" dirty="0"/>
              <a:t>; </a:t>
            </a:r>
            <a:r>
              <a:rPr lang="pt-BR" sz="2400" dirty="0" err="1"/>
              <a:t>after</a:t>
            </a:r>
            <a:r>
              <a:rPr lang="pt-BR" sz="2400" dirty="0"/>
              <a:t>; </a:t>
            </a:r>
            <a:r>
              <a:rPr lang="pt-BR" sz="2400" dirty="0" err="1"/>
              <a:t>months</a:t>
            </a:r>
            <a:r>
              <a:rPr lang="pt-BR" sz="2400" dirty="0"/>
              <a:t> </a:t>
            </a:r>
            <a:r>
              <a:rPr lang="pt-BR" sz="2400" dirty="0" err="1"/>
              <a:t>of</a:t>
            </a:r>
            <a:r>
              <a:rPr lang="pt-BR" sz="2400" dirty="0"/>
              <a:t> </a:t>
            </a:r>
            <a:r>
              <a:rPr lang="pt-BR" sz="2400" dirty="0" err="1"/>
              <a:t>the</a:t>
            </a:r>
            <a:r>
              <a:rPr lang="pt-BR" sz="2400" dirty="0"/>
              <a:t> </a:t>
            </a:r>
            <a:r>
              <a:rPr lang="pt-BR" sz="2400" dirty="0" err="1"/>
              <a:t>year</a:t>
            </a:r>
            <a:r>
              <a:rPr lang="pt-BR" sz="2400" dirty="0"/>
              <a:t>; </a:t>
            </a:r>
            <a:r>
              <a:rPr lang="pt-BR" sz="2400" dirty="0" err="1"/>
              <a:t>January</a:t>
            </a:r>
            <a:r>
              <a:rPr lang="pt-BR" sz="2400" dirty="0"/>
              <a:t>, </a:t>
            </a:r>
            <a:r>
              <a:rPr lang="pt-BR" sz="2400" dirty="0" err="1"/>
              <a:t>February</a:t>
            </a:r>
            <a:r>
              <a:rPr lang="pt-BR" sz="2400" dirty="0"/>
              <a:t>; </a:t>
            </a:r>
            <a:r>
              <a:rPr lang="pt-BR" sz="2400" dirty="0" err="1"/>
              <a:t>March</a:t>
            </a:r>
            <a:r>
              <a:rPr lang="pt-BR" sz="2400" dirty="0"/>
              <a:t>; </a:t>
            </a:r>
            <a:r>
              <a:rPr lang="pt-BR" sz="2400" dirty="0" err="1"/>
              <a:t>April</a:t>
            </a:r>
            <a:r>
              <a:rPr lang="pt-BR" sz="2400" dirty="0"/>
              <a:t>; May; </a:t>
            </a:r>
            <a:r>
              <a:rPr lang="pt-BR" sz="2400" dirty="0" err="1"/>
              <a:t>Jue</a:t>
            </a:r>
            <a:r>
              <a:rPr lang="pt-BR" sz="2400" dirty="0"/>
              <a:t>; July; August; </a:t>
            </a:r>
            <a:r>
              <a:rPr lang="pt-BR" sz="2400" dirty="0" err="1"/>
              <a:t>September</a:t>
            </a:r>
            <a:r>
              <a:rPr lang="pt-BR" sz="2400" dirty="0"/>
              <a:t>; </a:t>
            </a:r>
            <a:r>
              <a:rPr lang="pt-BR" sz="2400" dirty="0" err="1"/>
              <a:t>October</a:t>
            </a:r>
            <a:r>
              <a:rPr lang="pt-BR" sz="2400" dirty="0"/>
              <a:t>; </a:t>
            </a:r>
            <a:r>
              <a:rPr lang="pt-BR" sz="2400" dirty="0" err="1"/>
              <a:t>November</a:t>
            </a:r>
            <a:r>
              <a:rPr lang="pt-BR" sz="2400" dirty="0"/>
              <a:t>; </a:t>
            </a:r>
            <a:r>
              <a:rPr lang="pt-BR" sz="2400" dirty="0" err="1"/>
              <a:t>December</a:t>
            </a:r>
            <a:r>
              <a:rPr lang="pt-BR" sz="2400" dirty="0"/>
              <a:t>.  </a:t>
            </a:r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019" y="357810"/>
            <a:ext cx="4308748" cy="2511648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19653" y="4384792"/>
            <a:ext cx="8596668" cy="843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pt-BR" sz="3200" dirty="0">
              <a:solidFill>
                <a:srgbClr val="FFFF00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240012" y="401739"/>
            <a:ext cx="3788649" cy="1084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000" dirty="0"/>
              <a:t>LESSON ELEVEN </a:t>
            </a:r>
          </a:p>
        </p:txBody>
      </p:sp>
      <p:sp>
        <p:nvSpPr>
          <p:cNvPr id="12" name="Espaço Reservado para Conteúdo 2"/>
          <p:cNvSpPr txBox="1">
            <a:spLocks/>
          </p:cNvSpPr>
          <p:nvPr/>
        </p:nvSpPr>
        <p:spPr>
          <a:xfrm>
            <a:off x="677334" y="4859551"/>
            <a:ext cx="8596668" cy="1422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err="1"/>
              <a:t>We</a:t>
            </a:r>
            <a:r>
              <a:rPr lang="pt-BR" sz="2400" dirty="0"/>
              <a:t>; </a:t>
            </a:r>
            <a:r>
              <a:rPr lang="pt-BR" sz="2400" dirty="0" err="1"/>
              <a:t>they</a:t>
            </a:r>
            <a:r>
              <a:rPr lang="pt-BR" sz="2400" dirty="0"/>
              <a:t>; </a:t>
            </a:r>
            <a:r>
              <a:rPr lang="pt-BR" sz="2400" dirty="0" err="1"/>
              <a:t>who</a:t>
            </a:r>
            <a:r>
              <a:rPr lang="pt-BR" sz="2400" dirty="0"/>
              <a:t>; </a:t>
            </a:r>
            <a:r>
              <a:rPr lang="pt-BR" sz="2400" dirty="0" err="1"/>
              <a:t>next</a:t>
            </a:r>
            <a:r>
              <a:rPr lang="pt-BR" sz="2400" dirty="0"/>
              <a:t>; </a:t>
            </a:r>
            <a:r>
              <a:rPr lang="pt-BR" sz="2400" dirty="0" err="1"/>
              <a:t>until</a:t>
            </a:r>
            <a:r>
              <a:rPr lang="pt-BR" sz="2400" dirty="0"/>
              <a:t>; </a:t>
            </a:r>
            <a:r>
              <a:rPr lang="pt-BR" sz="2400" dirty="0" err="1"/>
              <a:t>midnight</a:t>
            </a:r>
            <a:r>
              <a:rPr lang="pt-BR" sz="2400" dirty="0"/>
              <a:t>; </a:t>
            </a:r>
            <a:r>
              <a:rPr lang="pt-BR" sz="2400" dirty="0" err="1"/>
              <a:t>soon</a:t>
            </a:r>
            <a:r>
              <a:rPr lang="pt-BR" sz="2400" dirty="0"/>
              <a:t>; </a:t>
            </a:r>
            <a:r>
              <a:rPr lang="pt-BR" sz="2400" dirty="0" err="1"/>
              <a:t>cousin</a:t>
            </a:r>
            <a:r>
              <a:rPr lang="pt-BR" sz="2400" dirty="0"/>
              <a:t>; new; </a:t>
            </a:r>
            <a:r>
              <a:rPr lang="pt-BR" sz="2400" dirty="0" err="1"/>
              <a:t>during</a:t>
            </a:r>
            <a:r>
              <a:rPr lang="pt-BR" sz="2400" dirty="0"/>
              <a:t>; ice; </a:t>
            </a:r>
            <a:r>
              <a:rPr lang="pt-BR" sz="2400" dirty="0" err="1"/>
              <a:t>barbecue</a:t>
            </a:r>
            <a:r>
              <a:rPr lang="pt-BR" sz="2400" dirty="0"/>
              <a:t>; </a:t>
            </a:r>
            <a:r>
              <a:rPr lang="pt-BR" sz="2400" dirty="0" err="1"/>
              <a:t>popcorn</a:t>
            </a:r>
            <a:r>
              <a:rPr lang="pt-BR" sz="2400" dirty="0"/>
              <a:t>; </a:t>
            </a:r>
            <a:r>
              <a:rPr lang="pt-BR" sz="2400" dirty="0" err="1"/>
              <a:t>sandwich</a:t>
            </a:r>
            <a:r>
              <a:rPr lang="pt-BR" sz="2400" dirty="0"/>
              <a:t>; rose; </a:t>
            </a:r>
            <a:r>
              <a:rPr lang="pt-BR" sz="2400" dirty="0" err="1"/>
              <a:t>birthday</a:t>
            </a:r>
            <a:r>
              <a:rPr lang="pt-BR" sz="2400" dirty="0"/>
              <a:t>; </a:t>
            </a:r>
            <a:r>
              <a:rPr lang="pt-BR" sz="2400" dirty="0" err="1"/>
              <a:t>dress</a:t>
            </a:r>
            <a:r>
              <a:rPr lang="pt-BR" sz="2400" dirty="0"/>
              <a:t>.    </a:t>
            </a:r>
          </a:p>
        </p:txBody>
      </p:sp>
    </p:spTree>
    <p:extLst>
      <p:ext uri="{BB962C8B-B14F-4D97-AF65-F5344CB8AC3E}">
        <p14:creationId xmlns:p14="http://schemas.microsoft.com/office/powerpoint/2010/main" val="2673495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us-mg6.mail.yahoo.com/ya/download?mid=2%5f0%5f0%5f1%5f1%5fAGAaDUwAQgawWGvqCwAu4J8Gw58&amp;m=YaDownload&amp;pid=4&amp;fid=Inbox&amp;inline=1&amp;appid=YahooMailNeo&amp;uploadId=Y2FiZWNfYWxoby5qcGc="/>
          <p:cNvSpPr>
            <a:spLocks noChangeAspect="1" noChangeArrowheads="1"/>
          </p:cNvSpPr>
          <p:nvPr/>
        </p:nvSpPr>
        <p:spPr bwMode="auto">
          <a:xfrm>
            <a:off x="5943600" y="3276600"/>
            <a:ext cx="1711842" cy="17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698269" y="6334298"/>
            <a:ext cx="32344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 err="1"/>
              <a:t>www.rawenglish.com.br</a:t>
            </a:r>
            <a:endParaRPr lang="pt-BR" sz="22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315475" y="871770"/>
            <a:ext cx="45612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dirty="0">
                <a:solidFill>
                  <a:srgbClr val="FFFF00"/>
                </a:solidFill>
              </a:rPr>
              <a:t>EXPRESS YOURSELF</a:t>
            </a:r>
          </a:p>
        </p:txBody>
      </p:sp>
      <p:sp>
        <p:nvSpPr>
          <p:cNvPr id="9" name="Retângulo 8"/>
          <p:cNvSpPr/>
          <p:nvPr/>
        </p:nvSpPr>
        <p:spPr>
          <a:xfrm>
            <a:off x="558800" y="1607726"/>
            <a:ext cx="779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charset="2"/>
              <a:buChar char="Ø"/>
            </a:pPr>
            <a:r>
              <a:rPr lang="pt-BR" dirty="0"/>
              <a:t> </a:t>
            </a:r>
            <a:r>
              <a:rPr lang="pt-BR" dirty="0" err="1"/>
              <a:t>Please</a:t>
            </a:r>
            <a:r>
              <a:rPr lang="pt-BR" dirty="0"/>
              <a:t>; </a:t>
            </a:r>
            <a:r>
              <a:rPr lang="pt-BR" dirty="0" err="1"/>
              <a:t>thank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; </a:t>
            </a:r>
            <a:r>
              <a:rPr lang="pt-BR" dirty="0" err="1"/>
              <a:t>Hi</a:t>
            </a:r>
            <a:r>
              <a:rPr lang="pt-BR" dirty="0"/>
              <a:t>; Bye;  In The </a:t>
            </a:r>
            <a:r>
              <a:rPr lang="pt-BR" dirty="0" err="1"/>
              <a:t>morning</a:t>
            </a:r>
            <a:r>
              <a:rPr lang="pt-BR" dirty="0"/>
              <a:t>;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afternoon</a:t>
            </a:r>
            <a:r>
              <a:rPr lang="pt-BR" dirty="0"/>
              <a:t>;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Night</a:t>
            </a:r>
            <a:r>
              <a:rPr lang="pt-BR" dirty="0"/>
              <a:t>.  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58800" y="2018406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charset="2"/>
              <a:buChar char="Ø"/>
            </a:pPr>
            <a:r>
              <a:rPr lang="pt-BR" dirty="0"/>
              <a:t>For </a:t>
            </a:r>
            <a:r>
              <a:rPr lang="pt-BR" dirty="0" err="1"/>
              <a:t>breakfast</a:t>
            </a:r>
            <a:r>
              <a:rPr lang="pt-BR" dirty="0"/>
              <a:t>; for </a:t>
            </a:r>
            <a:r>
              <a:rPr lang="pt-BR" dirty="0" err="1"/>
              <a:t>lunch</a:t>
            </a:r>
            <a:r>
              <a:rPr lang="pt-BR" dirty="0"/>
              <a:t>; for </a:t>
            </a:r>
            <a:r>
              <a:rPr lang="pt-BR" dirty="0" err="1"/>
              <a:t>dinner</a:t>
            </a:r>
            <a:r>
              <a:rPr lang="pt-BR" dirty="0"/>
              <a:t>;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morning</a:t>
            </a:r>
            <a:r>
              <a:rPr lang="pt-BR" dirty="0"/>
              <a:t>;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afternoon</a:t>
            </a:r>
            <a:r>
              <a:rPr lang="pt-BR" dirty="0"/>
              <a:t>; </a:t>
            </a:r>
            <a:r>
              <a:rPr lang="pt-BR" dirty="0" err="1"/>
              <a:t>tonight</a:t>
            </a:r>
            <a:r>
              <a:rPr lang="pt-BR" dirty="0"/>
              <a:t>.  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546100" y="2414334"/>
            <a:ext cx="8597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charset="2"/>
              <a:buChar char="Ø"/>
            </a:pPr>
            <a:r>
              <a:rPr lang="pt-BR" dirty="0" err="1"/>
              <a:t>See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tomorrow</a:t>
            </a:r>
            <a:r>
              <a:rPr lang="pt-BR" dirty="0"/>
              <a:t>; </a:t>
            </a:r>
            <a:r>
              <a:rPr lang="pt-BR" dirty="0" err="1"/>
              <a:t>see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tonight</a:t>
            </a:r>
            <a:r>
              <a:rPr lang="pt-BR" dirty="0"/>
              <a:t>; </a:t>
            </a:r>
            <a:r>
              <a:rPr lang="pt-BR" dirty="0" err="1"/>
              <a:t>see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later; </a:t>
            </a:r>
            <a:r>
              <a:rPr lang="pt-BR" dirty="0" err="1"/>
              <a:t>see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afternoon</a:t>
            </a:r>
            <a:r>
              <a:rPr lang="pt-BR" dirty="0"/>
              <a:t>. 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58800" y="2762474"/>
            <a:ext cx="83632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weekend; </a:t>
            </a:r>
            <a:r>
              <a:rPr lang="pt-BR" dirty="0" err="1"/>
              <a:t>very</a:t>
            </a:r>
            <a:r>
              <a:rPr lang="pt-BR" dirty="0"/>
              <a:t> </a:t>
            </a:r>
            <a:r>
              <a:rPr lang="pt-BR" dirty="0" err="1"/>
              <a:t>much</a:t>
            </a:r>
            <a:r>
              <a:rPr lang="pt-BR" dirty="0"/>
              <a:t>; a </a:t>
            </a:r>
            <a:r>
              <a:rPr lang="pt-BR" dirty="0" err="1"/>
              <a:t>lot</a:t>
            </a:r>
            <a:r>
              <a:rPr lang="pt-BR" dirty="0"/>
              <a:t>; </a:t>
            </a:r>
            <a:r>
              <a:rPr lang="pt-BR" dirty="0" err="1"/>
              <a:t>days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week</a:t>
            </a:r>
            <a:r>
              <a:rPr lang="pt-BR" dirty="0"/>
              <a:t>; </a:t>
            </a:r>
            <a:r>
              <a:rPr lang="pt-BR" dirty="0" err="1"/>
              <a:t>Sunday</a:t>
            </a:r>
            <a:r>
              <a:rPr lang="pt-BR" dirty="0"/>
              <a:t>; </a:t>
            </a:r>
            <a:r>
              <a:rPr lang="pt-BR" dirty="0" err="1"/>
              <a:t>Monday</a:t>
            </a:r>
            <a:r>
              <a:rPr lang="pt-BR" dirty="0"/>
              <a:t>; </a:t>
            </a:r>
            <a:r>
              <a:rPr lang="pt-BR" dirty="0" err="1"/>
              <a:t>Tuesday</a:t>
            </a:r>
            <a:r>
              <a:rPr lang="pt-BR" dirty="0"/>
              <a:t> </a:t>
            </a:r>
            <a:r>
              <a:rPr lang="pt-BR" dirty="0" err="1"/>
              <a:t>Wednesday</a:t>
            </a:r>
            <a:r>
              <a:rPr lang="pt-BR" dirty="0"/>
              <a:t>; </a:t>
            </a:r>
            <a:r>
              <a:rPr lang="pt-BR" dirty="0" err="1"/>
              <a:t>Thursday</a:t>
            </a:r>
            <a:r>
              <a:rPr lang="pt-BR" dirty="0"/>
              <a:t>; Friday; </a:t>
            </a:r>
            <a:r>
              <a:rPr lang="pt-BR" dirty="0" err="1"/>
              <a:t>Saturday</a:t>
            </a:r>
            <a:r>
              <a:rPr lang="pt-BR" dirty="0"/>
              <a:t>.  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58800" y="3376131"/>
            <a:ext cx="82616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pt-BR" dirty="0" err="1"/>
              <a:t>Every</a:t>
            </a:r>
            <a:r>
              <a:rPr lang="pt-BR" dirty="0"/>
              <a:t> </a:t>
            </a:r>
            <a:r>
              <a:rPr lang="pt-BR" dirty="0" err="1"/>
              <a:t>day</a:t>
            </a:r>
            <a:r>
              <a:rPr lang="pt-BR" dirty="0"/>
              <a:t>; </a:t>
            </a:r>
            <a:r>
              <a:rPr lang="pt-BR" dirty="0" err="1"/>
              <a:t>every</a:t>
            </a:r>
            <a:r>
              <a:rPr lang="pt-BR" dirty="0"/>
              <a:t> </a:t>
            </a:r>
            <a:r>
              <a:rPr lang="pt-BR" dirty="0" err="1"/>
              <a:t>morning</a:t>
            </a:r>
            <a:r>
              <a:rPr lang="pt-BR" dirty="0"/>
              <a:t>; </a:t>
            </a:r>
            <a:r>
              <a:rPr lang="pt-BR" dirty="0" err="1"/>
              <a:t>every</a:t>
            </a:r>
            <a:r>
              <a:rPr lang="pt-BR" dirty="0"/>
              <a:t> </a:t>
            </a:r>
            <a:r>
              <a:rPr lang="pt-BR" dirty="0" err="1"/>
              <a:t>afternoon</a:t>
            </a:r>
            <a:r>
              <a:rPr lang="pt-BR" dirty="0"/>
              <a:t>; </a:t>
            </a:r>
            <a:r>
              <a:rPr lang="pt-BR" dirty="0" err="1"/>
              <a:t>every</a:t>
            </a:r>
            <a:r>
              <a:rPr lang="pt-BR" dirty="0"/>
              <a:t> </a:t>
            </a:r>
            <a:r>
              <a:rPr lang="pt-BR" dirty="0" err="1"/>
              <a:t>night</a:t>
            </a:r>
            <a:r>
              <a:rPr lang="pt-BR" dirty="0"/>
              <a:t>;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way</a:t>
            </a:r>
            <a:r>
              <a:rPr lang="pt-BR" dirty="0"/>
              <a:t>; </a:t>
            </a:r>
            <a:r>
              <a:rPr lang="pt-BR" dirty="0" err="1"/>
              <a:t>I</a:t>
            </a:r>
            <a:r>
              <a:rPr lang="pt-BR" dirty="0"/>
              <a:t> </a:t>
            </a:r>
            <a:r>
              <a:rPr lang="pt-BR" dirty="0" err="1"/>
              <a:t>see</a:t>
            </a:r>
            <a:r>
              <a:rPr lang="pt-BR" dirty="0"/>
              <a:t>;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; 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right</a:t>
            </a:r>
            <a:r>
              <a:rPr lang="pt-BR" dirty="0"/>
              <a:t>; </a:t>
            </a:r>
            <a:r>
              <a:rPr lang="pt-BR" dirty="0" err="1"/>
              <a:t>right</a:t>
            </a:r>
            <a:r>
              <a:rPr lang="pt-BR" dirty="0"/>
              <a:t> </a:t>
            </a:r>
            <a:r>
              <a:rPr lang="pt-BR" dirty="0" err="1"/>
              <a:t>now</a:t>
            </a:r>
            <a:r>
              <a:rPr lang="pt-BR" dirty="0"/>
              <a:t>.  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46100" y="3964378"/>
            <a:ext cx="5639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pt-BR" dirty="0" err="1"/>
              <a:t>Something</a:t>
            </a:r>
            <a:r>
              <a:rPr lang="pt-BR" dirty="0"/>
              <a:t>; </a:t>
            </a:r>
            <a:r>
              <a:rPr lang="pt-BR" dirty="0" err="1"/>
              <a:t>anything</a:t>
            </a:r>
            <a:r>
              <a:rPr lang="pt-BR" dirty="0"/>
              <a:t>; </a:t>
            </a:r>
            <a:r>
              <a:rPr lang="pt-BR" dirty="0" err="1"/>
              <a:t>nothing</a:t>
            </a:r>
            <a:r>
              <a:rPr lang="pt-BR" dirty="0"/>
              <a:t>.  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546100" y="4364507"/>
            <a:ext cx="8248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car</a:t>
            </a:r>
            <a:r>
              <a:rPr lang="pt-BR" dirty="0"/>
              <a:t>; </a:t>
            </a:r>
            <a:r>
              <a:rPr lang="pt-BR" dirty="0" err="1"/>
              <a:t>by</a:t>
            </a:r>
            <a:r>
              <a:rPr lang="pt-BR" dirty="0"/>
              <a:t> bus;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train</a:t>
            </a:r>
            <a:r>
              <a:rPr lang="pt-BR" dirty="0"/>
              <a:t>; </a:t>
            </a:r>
            <a:r>
              <a:rPr lang="pt-BR" dirty="0" err="1"/>
              <a:t>by</a:t>
            </a:r>
            <a:r>
              <a:rPr lang="pt-BR" dirty="0"/>
              <a:t> plane;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motorcycle</a:t>
            </a:r>
            <a:r>
              <a:rPr lang="pt-BR" dirty="0"/>
              <a:t>;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many</a:t>
            </a:r>
            <a:r>
              <a:rPr lang="pt-BR" dirty="0"/>
              <a:t>;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much</a:t>
            </a:r>
            <a:r>
              <a:rPr lang="pt-BR" dirty="0"/>
              <a:t>;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take</a:t>
            </a:r>
            <a:r>
              <a:rPr lang="pt-BR" dirty="0"/>
              <a:t> a </a:t>
            </a:r>
            <a:r>
              <a:rPr lang="pt-BR" dirty="0" err="1"/>
              <a:t>trip</a:t>
            </a:r>
            <a:r>
              <a:rPr lang="pt-BR" dirty="0"/>
              <a:t>; (</a:t>
            </a:r>
            <a:r>
              <a:rPr lang="pt-BR" dirty="0" err="1"/>
              <a:t>numbers</a:t>
            </a:r>
            <a:r>
              <a:rPr lang="pt-BR" dirty="0"/>
              <a:t> 1 – 1000).  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58800" y="4988442"/>
            <a:ext cx="83632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Ø"/>
            </a:pPr>
            <a:r>
              <a:rPr lang="pt-BR" dirty="0" err="1"/>
              <a:t>Once</a:t>
            </a:r>
            <a:r>
              <a:rPr lang="pt-BR" dirty="0"/>
              <a:t>; </a:t>
            </a:r>
            <a:r>
              <a:rPr lang="pt-BR" dirty="0" err="1"/>
              <a:t>Twice</a:t>
            </a:r>
            <a:r>
              <a:rPr lang="pt-BR" dirty="0"/>
              <a:t>; a </a:t>
            </a:r>
            <a:r>
              <a:rPr lang="pt-BR" dirty="0" err="1"/>
              <a:t>day</a:t>
            </a:r>
            <a:r>
              <a:rPr lang="pt-BR" dirty="0"/>
              <a:t>; a </a:t>
            </a:r>
            <a:r>
              <a:rPr lang="pt-BR" dirty="0" err="1"/>
              <a:t>week</a:t>
            </a:r>
            <a:r>
              <a:rPr lang="pt-BR" dirty="0"/>
              <a:t>; a </a:t>
            </a:r>
            <a:r>
              <a:rPr lang="pt-BR" dirty="0" err="1"/>
              <a:t>month</a:t>
            </a:r>
            <a:r>
              <a:rPr lang="pt-BR" dirty="0"/>
              <a:t>; a </a:t>
            </a:r>
            <a:r>
              <a:rPr lang="pt-BR" dirty="0" err="1"/>
              <a:t>year</a:t>
            </a:r>
            <a:r>
              <a:rPr lang="pt-BR" dirty="0"/>
              <a:t>; </a:t>
            </a:r>
            <a:r>
              <a:rPr lang="pt-BR" dirty="0" err="1"/>
              <a:t>tomorrow</a:t>
            </a:r>
            <a:r>
              <a:rPr lang="pt-BR" dirty="0"/>
              <a:t>; </a:t>
            </a:r>
            <a:r>
              <a:rPr lang="pt-BR" dirty="0" err="1"/>
              <a:t>morning</a:t>
            </a:r>
            <a:r>
              <a:rPr lang="pt-BR" dirty="0"/>
              <a:t>; </a:t>
            </a:r>
            <a:r>
              <a:rPr lang="pt-BR" dirty="0" err="1"/>
              <a:t>tomorrow</a:t>
            </a:r>
            <a:r>
              <a:rPr lang="pt-BR" dirty="0"/>
              <a:t> </a:t>
            </a:r>
            <a:r>
              <a:rPr lang="pt-BR" dirty="0" err="1"/>
              <a:t>night</a:t>
            </a:r>
            <a:r>
              <a:rPr lang="pt-BR" dirty="0"/>
              <a:t>; </a:t>
            </a:r>
            <a:r>
              <a:rPr lang="pt-BR" dirty="0" err="1"/>
              <a:t>overtime</a:t>
            </a:r>
            <a:r>
              <a:rPr lang="pt-BR" dirty="0"/>
              <a:t>;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other</a:t>
            </a:r>
            <a:r>
              <a:rPr lang="pt-BR" dirty="0"/>
              <a:t> </a:t>
            </a:r>
            <a:r>
              <a:rPr lang="pt-BR" dirty="0" err="1"/>
              <a:t>hand</a:t>
            </a:r>
            <a:r>
              <a:rPr lang="pt-BR" dirty="0"/>
              <a:t>; </a:t>
            </a:r>
            <a:r>
              <a:rPr lang="pt-BR" dirty="0" err="1"/>
              <a:t>just</a:t>
            </a:r>
            <a:r>
              <a:rPr lang="pt-BR" dirty="0"/>
              <a:t>;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work</a:t>
            </a:r>
            <a:r>
              <a:rPr lang="pt-BR" dirty="0"/>
              <a:t> out; </a:t>
            </a:r>
            <a:r>
              <a:rPr lang="pt-BR" dirty="0" err="1"/>
              <a:t>then</a:t>
            </a:r>
            <a:r>
              <a:rPr lang="pt-BR" dirty="0"/>
              <a:t>; </a:t>
            </a:r>
            <a:r>
              <a:rPr lang="pt-BR" dirty="0" err="1"/>
              <a:t>once</a:t>
            </a:r>
            <a:r>
              <a:rPr lang="pt-BR" dirty="0"/>
              <a:t> in a </a:t>
            </a:r>
            <a:r>
              <a:rPr lang="pt-BR" dirty="0" err="1"/>
              <a:t>while</a:t>
            </a:r>
            <a:r>
              <a:rPr lang="pt-BR" dirty="0"/>
              <a:t>; </a:t>
            </a:r>
            <a:r>
              <a:rPr lang="pt-BR" dirty="0" err="1"/>
              <a:t>bucks</a:t>
            </a:r>
            <a:r>
              <a:rPr lang="pt-BR" dirty="0"/>
              <a:t>; </a:t>
            </a:r>
            <a:r>
              <a:rPr lang="pt-BR" dirty="0" err="1"/>
              <a:t>what</a:t>
            </a:r>
            <a:r>
              <a:rPr lang="pt-BR" dirty="0"/>
              <a:t> </a:t>
            </a:r>
            <a:r>
              <a:rPr lang="pt-BR" dirty="0" err="1"/>
              <a:t>kind</a:t>
            </a:r>
            <a:r>
              <a:rPr lang="pt-BR" dirty="0"/>
              <a:t> of.  </a:t>
            </a:r>
          </a:p>
        </p:txBody>
      </p:sp>
    </p:spTree>
    <p:extLst>
      <p:ext uri="{BB962C8B-B14F-4D97-AF65-F5344CB8AC3E}">
        <p14:creationId xmlns:p14="http://schemas.microsoft.com/office/powerpoint/2010/main" val="954369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26709" r="17965" b="32274"/>
          <a:stretch/>
        </p:blipFill>
        <p:spPr>
          <a:xfrm>
            <a:off x="592195" y="946466"/>
            <a:ext cx="8388807" cy="5263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51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5" b="17717"/>
          <a:stretch/>
        </p:blipFill>
        <p:spPr>
          <a:xfrm>
            <a:off x="546100" y="1079500"/>
            <a:ext cx="8875059" cy="5283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467" y="14288"/>
            <a:ext cx="4475009" cy="31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73950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want to speak English.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falar inglês.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You study English today.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estuda inglês hoje.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father wants to work tomorrow.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pai quer trabalhar amanhã.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speak Portuguese and English.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falo português e inglês.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brother studies with my sister.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irmão estuda com minha irmã.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want to speak with my family.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falar com minha família.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have breakfast with my family.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tomo café da manhã com minha família.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daughter sleeps at home.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Minha filha dorme em casa.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You eat chicken for dinner.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come frango no jantar.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son plays soccer today.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filho joga futebol hoje.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want to eat fish for lunch.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comer peixe no almoço.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parents have bread and cheese.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Meus pais têm pão e queijo.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need to drink water.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preciso beber água.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You read a book alone.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lê um livro sozinho.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friend stays at home today.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amigo fica em casa hoje.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drink coffee in the morning.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bebo café de manhã.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The man needs to read the letter.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O homem precisa ler a carta.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See you tomorrow!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Te vejo amanhã!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like to learn English.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gosto de aprender inglês.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You write a postcard on the weekend.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escreve um cartão postal no fim de semana.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friend likes to eat fruit.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amigo gosta de comer frutas.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learn English on Monday and Wednesday.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aprendo inglês na segunda e quarta.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Sometimes I like to drink wine.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Às vezes eu gosto de beber vinho.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sister writes at school.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Minha irmã escreve na escola.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REVIEW — LESSONS 1-4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want to have lunch with my family.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almoçar com minha família.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mother likes to read the newspaper.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Minha mãe gosta de ler o jornal.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You need to study English today.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precisa estudar inglês hoje.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drink tea and eat bread for breakfast.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bebo chá e como pão no café da manhã.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father works and my brother studies.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pai trabalha e meu irmão estuda.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like to write sometimes.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gosto de escrever às vezes.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SIX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prefer to go to the beach.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prefiro ir à praia.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husband visits the doctor every morning.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marido visita o médico toda manhã.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You always help your girlfriend.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sempre ajuda sua namorada.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go to the restaurant every night.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vou ao restaurante toda noite.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My teacher never goes to the bank.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Meu professor nunca vai ao banco.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prefer to visit downtown.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prefiro visitar o centro.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SEVEN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know why you buy flowers.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sei por que você compra flores.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She sells cake and soda.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Ela vende bolo e refrigerante.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He comes to buy something for vacation.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 vem comprar algo para as férias.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want to buy a car from him.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comprar um carro dele.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Do you know anything about her?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Você sabe alguma coisa sobre ela?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They come here to sell flowers.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Eles vêm aqui para vender flores.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live in the city with my family.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moro na cidade com minha família.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She cooks for the company.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Ela cozinha para a empresa.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How much does it take by bus?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Quanto tempo leva de ônibus?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want to take a trip by plane.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fazer uma viagem de avião.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He says the hospital is in the city.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 diz que o hospital fica na cidade.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cook some more for the week.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cozinho mais um pouco para a semana.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NINE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understand English and Portuguese.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entendo inglês e português.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She travels to France in January.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Ela viaja para a França em janeiro.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Please close the door.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Por favor, feche a porta.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He opens the window in the morning.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 abre a janela de manhã.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travel to Brazil with my secretary.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viajo para o Brasil com minha secretária.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It's OK, you're welcome!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Tá bem, de nada!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LESSON 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think we start tomorrow morning.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acho que começamos amanhã de manhã.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She calls her cousin once a week.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Ela liga para o primo uma vez por semana.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want to finish this soon.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quero terminar isso logo.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He thinks about his birthday.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 pensa sobre o aniversário dele.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call you twice a day.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te ligo duas vezes por dia.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They work out once in a while.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Eles malham de vez em quando.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</a:rPr>
              <a:t>REVIEW — LESSONS 6-10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C00"/>
                </a:solidFill>
              </a:rPr>
              <a:t>PRACTICE /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1A1A"/>
                </a:solidFill>
              </a:rPr>
              <a:t>▸ I prefer to travel and cook for my family.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prefiro viajar e cozinhar para minha família.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She thinks I know how to open the door.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Ela acha que eu sei abrir a porta.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We start to understand English.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Nós começamos a entender inglês.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He calls to sell flowers and cake.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 liga para vender flores e bolo.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I live in the city and travel twice a year.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Eu moro na cidade e viajo duas vezes por ano.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1A1A"/>
                </a:solidFill>
              </a:rPr>
              <a:t>▸ They finish and go to the restaurant.</a:t>
            </a:r>
          </a:p>
          <a:p>
            <a:pPr>
              <a:spcBef>
                <a:spcPts val="200"/>
              </a:spcBef>
            </a:pPr>
            <a:r>
              <a:rPr sz="1500" i="1">
                <a:solidFill>
                  <a:srgbClr val="777777"/>
                </a:solidFill>
              </a:rPr>
              <a:t>   Eles terminam e vão ao restaurante.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99999"/>
                </a:solidFill>
              </a:rPr>
              <a:t>www.rawenglish.com.br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3014</TotalTime>
  <Words>1579</Words>
  <Application>Microsoft Macintosh PowerPoint</Application>
  <PresentationFormat>Widescreen</PresentationFormat>
  <Paragraphs>125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bubblegum-sans</vt:lpstr>
      <vt:lpstr>Trebuchet MS</vt:lpstr>
      <vt:lpstr>Wingdings</vt:lpstr>
      <vt:lpstr>Wingdings 3</vt:lpstr>
      <vt:lpstr>Faceta</vt:lpstr>
      <vt:lpstr>Fale inglês rápido e com confiança! </vt:lpstr>
      <vt:lpstr>PowerPoint Presentation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REVIEW</vt:lpstr>
      <vt:lpstr>REVIEW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Verbs</vt:lpstr>
      <vt:lpstr>VOCABULARY</vt:lpstr>
      <vt:lpstr>REVIEW</vt:lpstr>
      <vt:lpstr>REVIEW</vt:lpstr>
      <vt:lpstr>REVIEW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ILMA TEIXEIRA DE CARVALHO</dc:creator>
  <cp:lastModifiedBy>Andre Raw</cp:lastModifiedBy>
  <cp:revision>48</cp:revision>
  <dcterms:created xsi:type="dcterms:W3CDTF">2017-01-03T18:05:08Z</dcterms:created>
  <dcterms:modified xsi:type="dcterms:W3CDTF">2020-07-01T16:59:26Z</dcterms:modified>
</cp:coreProperties>
</file>